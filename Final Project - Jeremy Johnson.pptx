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6" r:id="rId2"/>
  </p:sldIdLst>
  <p:sldSz cx="38404800" cy="310896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1208">
          <p15:clr>
            <a:srgbClr val="A4A3A4"/>
          </p15:clr>
        </p15:guide>
        <p15:guide id="2" orient="horz" pos="12059">
          <p15:clr>
            <a:srgbClr val="9AA0A6"/>
          </p15:clr>
        </p15:guide>
        <p15:guide id="3" pos="16704">
          <p15:clr>
            <a:srgbClr val="9AA0A6"/>
          </p15:clr>
        </p15:guide>
        <p15:guide id="4" pos="8587">
          <p15:clr>
            <a:srgbClr val="9AA0A6"/>
          </p15:clr>
        </p15:guide>
        <p15:guide id="5" pos="63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51"/>
    <p:restoredTop sz="94641"/>
  </p:normalViewPr>
  <p:slideViewPr>
    <p:cSldViewPr snapToGrid="0">
      <p:cViewPr varScale="1">
        <p:scale>
          <a:sx n="31" d="100"/>
          <a:sy n="31" d="100"/>
        </p:scale>
        <p:origin x="2696" y="216"/>
      </p:cViewPr>
      <p:guideLst>
        <p:guide orient="horz" pos="11208"/>
        <p:guide orient="horz" pos="12059"/>
        <p:guide pos="16704"/>
        <p:guide pos="8587"/>
        <p:guide pos="63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11275" y="685800"/>
            <a:ext cx="42354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11275" y="685800"/>
            <a:ext cx="42354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1920240" y="1245027"/>
            <a:ext cx="34564319" cy="5181600"/>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1920240" y="28815456"/>
            <a:ext cx="8961120" cy="1655233"/>
          </a:xfrm>
          <a:prstGeom prst="rect">
            <a:avLst/>
          </a:prstGeom>
          <a:noFill/>
          <a:ln>
            <a:noFill/>
          </a:ln>
        </p:spPr>
        <p:txBody>
          <a:bodyPr spcFirstLastPara="1" wrap="square" lIns="407475" tIns="203725" rIns="407475" bIns="203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13121641" y="28815456"/>
            <a:ext cx="12161520" cy="1655233"/>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27523441" y="28815456"/>
            <a:ext cx="8961120" cy="1655233"/>
          </a:xfrm>
          <a:prstGeom prst="rect">
            <a:avLst/>
          </a:prstGeom>
          <a:noFill/>
          <a:ln>
            <a:noFill/>
          </a:ln>
        </p:spPr>
        <p:txBody>
          <a:bodyPr spcFirstLastPara="1" wrap="square" lIns="407475" tIns="203725" rIns="407475" bIns="203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3"/>
          <p:cNvSpPr txBox="1">
            <a:spLocks noGrp="1"/>
          </p:cNvSpPr>
          <p:nvPr>
            <p:ph type="ctrTitle"/>
          </p:nvPr>
        </p:nvSpPr>
        <p:spPr>
          <a:xfrm>
            <a:off x="2880360" y="9657931"/>
            <a:ext cx="32644080" cy="6664113"/>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ubTitle" idx="1"/>
          </p:nvPr>
        </p:nvSpPr>
        <p:spPr>
          <a:xfrm>
            <a:off x="5760720" y="17617441"/>
            <a:ext cx="26883359" cy="7945120"/>
          </a:xfrm>
          <a:prstGeom prst="rect">
            <a:avLst/>
          </a:prstGeom>
          <a:noFill/>
          <a:ln>
            <a:noFill/>
          </a:ln>
        </p:spPr>
        <p:txBody>
          <a:bodyPr spcFirstLastPara="1" wrap="square" lIns="407475" tIns="203725" rIns="407475" bIns="203725" anchor="t" anchorCtr="0">
            <a:noAutofit/>
          </a:bodyPr>
          <a:lstStyle>
            <a:lvl1pPr lvl="0" algn="ctr">
              <a:spcBef>
                <a:spcPts val="2860"/>
              </a:spcBef>
              <a:spcAft>
                <a:spcPts val="0"/>
              </a:spcAft>
              <a:buClr>
                <a:srgbClr val="888888"/>
              </a:buClr>
              <a:buSzPts val="14300"/>
              <a:buNone/>
              <a:defRPr>
                <a:solidFill>
                  <a:srgbClr val="888888"/>
                </a:solidFill>
              </a:defRPr>
            </a:lvl1pPr>
            <a:lvl2pPr lvl="1" algn="ctr">
              <a:spcBef>
                <a:spcPts val="2500"/>
              </a:spcBef>
              <a:spcAft>
                <a:spcPts val="0"/>
              </a:spcAft>
              <a:buClr>
                <a:srgbClr val="888888"/>
              </a:buClr>
              <a:buSzPts val="12500"/>
              <a:buNone/>
              <a:defRPr>
                <a:solidFill>
                  <a:srgbClr val="888888"/>
                </a:solidFill>
              </a:defRPr>
            </a:lvl2pPr>
            <a:lvl3pPr lvl="2" algn="ctr">
              <a:spcBef>
                <a:spcPts val="2140"/>
              </a:spcBef>
              <a:spcAft>
                <a:spcPts val="0"/>
              </a:spcAft>
              <a:buClr>
                <a:srgbClr val="888888"/>
              </a:buClr>
              <a:buSzPts val="10700"/>
              <a:buNone/>
              <a:defRPr>
                <a:solidFill>
                  <a:srgbClr val="888888"/>
                </a:solidFill>
              </a:defRPr>
            </a:lvl3pPr>
            <a:lvl4pPr lvl="3" algn="ctr">
              <a:spcBef>
                <a:spcPts val="1780"/>
              </a:spcBef>
              <a:spcAft>
                <a:spcPts val="0"/>
              </a:spcAft>
              <a:buClr>
                <a:srgbClr val="888888"/>
              </a:buClr>
              <a:buSzPts val="8900"/>
              <a:buNone/>
              <a:defRPr>
                <a:solidFill>
                  <a:srgbClr val="888888"/>
                </a:solidFill>
              </a:defRPr>
            </a:lvl4pPr>
            <a:lvl5pPr lvl="4" algn="ctr">
              <a:spcBef>
                <a:spcPts val="1780"/>
              </a:spcBef>
              <a:spcAft>
                <a:spcPts val="0"/>
              </a:spcAft>
              <a:buClr>
                <a:srgbClr val="888888"/>
              </a:buClr>
              <a:buSzPts val="8900"/>
              <a:buNone/>
              <a:defRPr>
                <a:solidFill>
                  <a:srgbClr val="888888"/>
                </a:solidFill>
              </a:defRPr>
            </a:lvl5pPr>
            <a:lvl6pPr lvl="5" algn="ctr">
              <a:spcBef>
                <a:spcPts val="1780"/>
              </a:spcBef>
              <a:spcAft>
                <a:spcPts val="0"/>
              </a:spcAft>
              <a:buClr>
                <a:srgbClr val="888888"/>
              </a:buClr>
              <a:buSzPts val="8900"/>
              <a:buNone/>
              <a:defRPr>
                <a:solidFill>
                  <a:srgbClr val="888888"/>
                </a:solidFill>
              </a:defRPr>
            </a:lvl6pPr>
            <a:lvl7pPr lvl="6" algn="ctr">
              <a:spcBef>
                <a:spcPts val="1780"/>
              </a:spcBef>
              <a:spcAft>
                <a:spcPts val="0"/>
              </a:spcAft>
              <a:buClr>
                <a:srgbClr val="888888"/>
              </a:buClr>
              <a:buSzPts val="8900"/>
              <a:buNone/>
              <a:defRPr>
                <a:solidFill>
                  <a:srgbClr val="888888"/>
                </a:solidFill>
              </a:defRPr>
            </a:lvl7pPr>
            <a:lvl8pPr lvl="7" algn="ctr">
              <a:spcBef>
                <a:spcPts val="1780"/>
              </a:spcBef>
              <a:spcAft>
                <a:spcPts val="0"/>
              </a:spcAft>
              <a:buClr>
                <a:srgbClr val="888888"/>
              </a:buClr>
              <a:buSzPts val="8900"/>
              <a:buNone/>
              <a:defRPr>
                <a:solidFill>
                  <a:srgbClr val="888888"/>
                </a:solidFill>
              </a:defRPr>
            </a:lvl8pPr>
            <a:lvl9pPr lvl="8" algn="ctr">
              <a:spcBef>
                <a:spcPts val="1780"/>
              </a:spcBef>
              <a:spcAft>
                <a:spcPts val="0"/>
              </a:spcAft>
              <a:buClr>
                <a:srgbClr val="888888"/>
              </a:buClr>
              <a:buSzPts val="8900"/>
              <a:buNone/>
              <a:defRPr>
                <a:solidFill>
                  <a:srgbClr val="888888"/>
                </a:solidFill>
              </a:defRPr>
            </a:lvl9pPr>
          </a:lstStyle>
          <a:p>
            <a:endParaRPr/>
          </a:p>
        </p:txBody>
      </p:sp>
      <p:sp>
        <p:nvSpPr>
          <p:cNvPr id="23" name="Google Shape;23;p3"/>
          <p:cNvSpPr txBox="1">
            <a:spLocks noGrp="1"/>
          </p:cNvSpPr>
          <p:nvPr>
            <p:ph type="dt" idx="10"/>
          </p:nvPr>
        </p:nvSpPr>
        <p:spPr>
          <a:xfrm>
            <a:off x="1920240" y="28815456"/>
            <a:ext cx="8961120" cy="1655233"/>
          </a:xfrm>
          <a:prstGeom prst="rect">
            <a:avLst/>
          </a:prstGeom>
          <a:noFill/>
          <a:ln>
            <a:noFill/>
          </a:ln>
        </p:spPr>
        <p:txBody>
          <a:bodyPr spcFirstLastPara="1" wrap="square" lIns="407475" tIns="203725" rIns="407475" bIns="203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13121641" y="28815456"/>
            <a:ext cx="12161520" cy="1655233"/>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27523441" y="28815456"/>
            <a:ext cx="8961120" cy="1655233"/>
          </a:xfrm>
          <a:prstGeom prst="rect">
            <a:avLst/>
          </a:prstGeom>
          <a:noFill/>
          <a:ln>
            <a:noFill/>
          </a:ln>
        </p:spPr>
        <p:txBody>
          <a:bodyPr spcFirstLastPara="1" wrap="square" lIns="407475" tIns="203725" rIns="407475" bIns="203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1920240" y="1245027"/>
            <a:ext cx="34564319" cy="5181600"/>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body" idx="1"/>
          </p:nvPr>
        </p:nvSpPr>
        <p:spPr>
          <a:xfrm>
            <a:off x="1920240" y="7254242"/>
            <a:ext cx="34564319" cy="20517700"/>
          </a:xfrm>
          <a:prstGeom prst="rect">
            <a:avLst/>
          </a:prstGeom>
          <a:noFill/>
          <a:ln>
            <a:noFill/>
          </a:ln>
        </p:spPr>
        <p:txBody>
          <a:bodyPr spcFirstLastPara="1" wrap="square" lIns="407475" tIns="203725" rIns="407475" bIns="2037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 name="Google Shape;29;p4"/>
          <p:cNvSpPr txBox="1">
            <a:spLocks noGrp="1"/>
          </p:cNvSpPr>
          <p:nvPr>
            <p:ph type="dt" idx="10"/>
          </p:nvPr>
        </p:nvSpPr>
        <p:spPr>
          <a:xfrm>
            <a:off x="1920240" y="28815456"/>
            <a:ext cx="8961120" cy="1655233"/>
          </a:xfrm>
          <a:prstGeom prst="rect">
            <a:avLst/>
          </a:prstGeom>
          <a:noFill/>
          <a:ln>
            <a:noFill/>
          </a:ln>
        </p:spPr>
        <p:txBody>
          <a:bodyPr spcFirstLastPara="1" wrap="square" lIns="407475" tIns="203725" rIns="407475" bIns="203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13121641" y="28815456"/>
            <a:ext cx="12161520" cy="1655233"/>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27523441" y="28815456"/>
            <a:ext cx="8961120" cy="1655233"/>
          </a:xfrm>
          <a:prstGeom prst="rect">
            <a:avLst/>
          </a:prstGeom>
          <a:noFill/>
          <a:ln>
            <a:noFill/>
          </a:ln>
        </p:spPr>
        <p:txBody>
          <a:bodyPr spcFirstLastPara="1" wrap="square" lIns="407475" tIns="203725" rIns="407475" bIns="203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3033715" y="19977950"/>
            <a:ext cx="32644080" cy="6174740"/>
          </a:xfrm>
          <a:prstGeom prst="rect">
            <a:avLst/>
          </a:prstGeom>
          <a:noFill/>
          <a:ln>
            <a:noFill/>
          </a:ln>
        </p:spPr>
        <p:txBody>
          <a:bodyPr spcFirstLastPara="1" wrap="square" lIns="407475" tIns="203725" rIns="407475" bIns="203725" anchor="t" anchorCtr="0">
            <a:noAutofit/>
          </a:bodyPr>
          <a:lstStyle>
            <a:lvl1pPr lvl="0" algn="l">
              <a:spcBef>
                <a:spcPts val="0"/>
              </a:spcBef>
              <a:spcAft>
                <a:spcPts val="0"/>
              </a:spcAft>
              <a:buClr>
                <a:schemeClr val="dk1"/>
              </a:buClr>
              <a:buSzPts val="17800"/>
              <a:buFont typeface="Calibri"/>
              <a:buNone/>
              <a:defRPr sz="178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3033715" y="13177102"/>
            <a:ext cx="32644080" cy="6800848"/>
          </a:xfrm>
          <a:prstGeom prst="rect">
            <a:avLst/>
          </a:prstGeom>
          <a:noFill/>
          <a:ln>
            <a:noFill/>
          </a:ln>
        </p:spPr>
        <p:txBody>
          <a:bodyPr spcFirstLastPara="1" wrap="square" lIns="407475" tIns="203725" rIns="407475" bIns="203725" anchor="b" anchorCtr="0">
            <a:noAutofit/>
          </a:bodyPr>
          <a:lstStyle>
            <a:lvl1pPr marL="457200" lvl="0" indent="-228600" algn="l">
              <a:spcBef>
                <a:spcPts val="1780"/>
              </a:spcBef>
              <a:spcAft>
                <a:spcPts val="0"/>
              </a:spcAft>
              <a:buClr>
                <a:srgbClr val="888888"/>
              </a:buClr>
              <a:buSzPts val="8900"/>
              <a:buNone/>
              <a:defRPr sz="8900">
                <a:solidFill>
                  <a:srgbClr val="888888"/>
                </a:solidFill>
              </a:defRPr>
            </a:lvl1pPr>
            <a:lvl2pPr marL="914400" lvl="1" indent="-228600" algn="l">
              <a:spcBef>
                <a:spcPts val="1600"/>
              </a:spcBef>
              <a:spcAft>
                <a:spcPts val="0"/>
              </a:spcAft>
              <a:buClr>
                <a:srgbClr val="888888"/>
              </a:buClr>
              <a:buSzPts val="8000"/>
              <a:buNone/>
              <a:defRPr sz="8000">
                <a:solidFill>
                  <a:srgbClr val="888888"/>
                </a:solidFill>
              </a:defRPr>
            </a:lvl2pPr>
            <a:lvl3pPr marL="1371600" lvl="2" indent="-228600" algn="l">
              <a:spcBef>
                <a:spcPts val="1420"/>
              </a:spcBef>
              <a:spcAft>
                <a:spcPts val="0"/>
              </a:spcAft>
              <a:buClr>
                <a:srgbClr val="888888"/>
              </a:buClr>
              <a:buSzPts val="7100"/>
              <a:buNone/>
              <a:defRPr sz="7100">
                <a:solidFill>
                  <a:srgbClr val="888888"/>
                </a:solidFill>
              </a:defRPr>
            </a:lvl3pPr>
            <a:lvl4pPr marL="1828800" lvl="3" indent="-228600" algn="l">
              <a:spcBef>
                <a:spcPts val="1240"/>
              </a:spcBef>
              <a:spcAft>
                <a:spcPts val="0"/>
              </a:spcAft>
              <a:buClr>
                <a:srgbClr val="888888"/>
              </a:buClr>
              <a:buSzPts val="6200"/>
              <a:buNone/>
              <a:defRPr sz="6200">
                <a:solidFill>
                  <a:srgbClr val="888888"/>
                </a:solidFill>
              </a:defRPr>
            </a:lvl4pPr>
            <a:lvl5pPr marL="2286000" lvl="4" indent="-228600" algn="l">
              <a:spcBef>
                <a:spcPts val="1240"/>
              </a:spcBef>
              <a:spcAft>
                <a:spcPts val="0"/>
              </a:spcAft>
              <a:buClr>
                <a:srgbClr val="888888"/>
              </a:buClr>
              <a:buSzPts val="6200"/>
              <a:buNone/>
              <a:defRPr sz="6200">
                <a:solidFill>
                  <a:srgbClr val="888888"/>
                </a:solidFill>
              </a:defRPr>
            </a:lvl5pPr>
            <a:lvl6pPr marL="2743200" lvl="5" indent="-228600" algn="l">
              <a:spcBef>
                <a:spcPts val="1240"/>
              </a:spcBef>
              <a:spcAft>
                <a:spcPts val="0"/>
              </a:spcAft>
              <a:buClr>
                <a:srgbClr val="888888"/>
              </a:buClr>
              <a:buSzPts val="6200"/>
              <a:buNone/>
              <a:defRPr sz="6200">
                <a:solidFill>
                  <a:srgbClr val="888888"/>
                </a:solidFill>
              </a:defRPr>
            </a:lvl6pPr>
            <a:lvl7pPr marL="3200400" lvl="6" indent="-228600" algn="l">
              <a:spcBef>
                <a:spcPts val="1240"/>
              </a:spcBef>
              <a:spcAft>
                <a:spcPts val="0"/>
              </a:spcAft>
              <a:buClr>
                <a:srgbClr val="888888"/>
              </a:buClr>
              <a:buSzPts val="6200"/>
              <a:buNone/>
              <a:defRPr sz="6200">
                <a:solidFill>
                  <a:srgbClr val="888888"/>
                </a:solidFill>
              </a:defRPr>
            </a:lvl7pPr>
            <a:lvl8pPr marL="3657600" lvl="7" indent="-228600" algn="l">
              <a:spcBef>
                <a:spcPts val="1240"/>
              </a:spcBef>
              <a:spcAft>
                <a:spcPts val="0"/>
              </a:spcAft>
              <a:buClr>
                <a:srgbClr val="888888"/>
              </a:buClr>
              <a:buSzPts val="6200"/>
              <a:buNone/>
              <a:defRPr sz="6200">
                <a:solidFill>
                  <a:srgbClr val="888888"/>
                </a:solidFill>
              </a:defRPr>
            </a:lvl8pPr>
            <a:lvl9pPr marL="4114800" lvl="8" indent="-228600" algn="l">
              <a:spcBef>
                <a:spcPts val="1240"/>
              </a:spcBef>
              <a:spcAft>
                <a:spcPts val="0"/>
              </a:spcAft>
              <a:buClr>
                <a:srgbClr val="888888"/>
              </a:buClr>
              <a:buSzPts val="6200"/>
              <a:buNone/>
              <a:defRPr sz="6200">
                <a:solidFill>
                  <a:srgbClr val="888888"/>
                </a:solidFill>
              </a:defRPr>
            </a:lvl9pPr>
          </a:lstStyle>
          <a:p>
            <a:endParaRPr/>
          </a:p>
        </p:txBody>
      </p:sp>
      <p:sp>
        <p:nvSpPr>
          <p:cNvPr id="35" name="Google Shape;35;p5"/>
          <p:cNvSpPr txBox="1">
            <a:spLocks noGrp="1"/>
          </p:cNvSpPr>
          <p:nvPr>
            <p:ph type="dt" idx="10"/>
          </p:nvPr>
        </p:nvSpPr>
        <p:spPr>
          <a:xfrm>
            <a:off x="1920240" y="28815456"/>
            <a:ext cx="8961120" cy="1655233"/>
          </a:xfrm>
          <a:prstGeom prst="rect">
            <a:avLst/>
          </a:prstGeom>
          <a:noFill/>
          <a:ln>
            <a:noFill/>
          </a:ln>
        </p:spPr>
        <p:txBody>
          <a:bodyPr spcFirstLastPara="1" wrap="square" lIns="407475" tIns="203725" rIns="407475" bIns="203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13121641" y="28815456"/>
            <a:ext cx="12161520" cy="1655233"/>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27523441" y="28815456"/>
            <a:ext cx="8961120" cy="1655233"/>
          </a:xfrm>
          <a:prstGeom prst="rect">
            <a:avLst/>
          </a:prstGeom>
          <a:noFill/>
          <a:ln>
            <a:noFill/>
          </a:ln>
        </p:spPr>
        <p:txBody>
          <a:bodyPr spcFirstLastPara="1" wrap="square" lIns="407475" tIns="203725" rIns="407475" bIns="203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1920240" y="1245027"/>
            <a:ext cx="34564319" cy="5181600"/>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1920240" y="7254242"/>
            <a:ext cx="16962120" cy="20517700"/>
          </a:xfrm>
          <a:prstGeom prst="rect">
            <a:avLst/>
          </a:prstGeom>
          <a:noFill/>
          <a:ln>
            <a:noFill/>
          </a:ln>
        </p:spPr>
        <p:txBody>
          <a:bodyPr spcFirstLastPara="1" wrap="square" lIns="407475" tIns="203725" rIns="407475" bIns="203725" anchor="t" anchorCtr="0">
            <a:noAutofit/>
          </a:bodyPr>
          <a:lstStyle>
            <a:lvl1pPr marL="457200" lvl="0" indent="-1022350" algn="l">
              <a:spcBef>
                <a:spcPts val="2500"/>
              </a:spcBef>
              <a:spcAft>
                <a:spcPts val="0"/>
              </a:spcAft>
              <a:buClr>
                <a:schemeClr val="dk1"/>
              </a:buClr>
              <a:buSzPts val="12500"/>
              <a:buChar char="•"/>
              <a:defRPr sz="12500"/>
            </a:lvl1pPr>
            <a:lvl2pPr marL="914400" lvl="1" indent="-908050" algn="l">
              <a:spcBef>
                <a:spcPts val="2140"/>
              </a:spcBef>
              <a:spcAft>
                <a:spcPts val="0"/>
              </a:spcAft>
              <a:buClr>
                <a:schemeClr val="dk1"/>
              </a:buClr>
              <a:buSzPts val="10700"/>
              <a:buChar char="–"/>
              <a:defRPr sz="10700"/>
            </a:lvl2pPr>
            <a:lvl3pPr marL="1371600" lvl="2" indent="-793750" algn="l">
              <a:spcBef>
                <a:spcPts val="1780"/>
              </a:spcBef>
              <a:spcAft>
                <a:spcPts val="0"/>
              </a:spcAft>
              <a:buClr>
                <a:schemeClr val="dk1"/>
              </a:buClr>
              <a:buSzPts val="8900"/>
              <a:buChar char="•"/>
              <a:defRPr sz="8900"/>
            </a:lvl3pPr>
            <a:lvl4pPr marL="1828800" lvl="3" indent="-736600" algn="l">
              <a:spcBef>
                <a:spcPts val="1600"/>
              </a:spcBef>
              <a:spcAft>
                <a:spcPts val="0"/>
              </a:spcAft>
              <a:buClr>
                <a:schemeClr val="dk1"/>
              </a:buClr>
              <a:buSzPts val="8000"/>
              <a:buChar char="–"/>
              <a:defRPr sz="8000"/>
            </a:lvl4pPr>
            <a:lvl5pPr marL="2286000" lvl="4" indent="-736600" algn="l">
              <a:spcBef>
                <a:spcPts val="1600"/>
              </a:spcBef>
              <a:spcAft>
                <a:spcPts val="0"/>
              </a:spcAft>
              <a:buClr>
                <a:schemeClr val="dk1"/>
              </a:buClr>
              <a:buSzPts val="8000"/>
              <a:buChar char="»"/>
              <a:defRPr sz="8000"/>
            </a:lvl5pPr>
            <a:lvl6pPr marL="2743200" lvl="5" indent="-736600" algn="l">
              <a:spcBef>
                <a:spcPts val="1600"/>
              </a:spcBef>
              <a:spcAft>
                <a:spcPts val="0"/>
              </a:spcAft>
              <a:buClr>
                <a:schemeClr val="dk1"/>
              </a:buClr>
              <a:buSzPts val="8000"/>
              <a:buChar char="•"/>
              <a:defRPr sz="8000"/>
            </a:lvl6pPr>
            <a:lvl7pPr marL="3200400" lvl="6" indent="-736600" algn="l">
              <a:spcBef>
                <a:spcPts val="1600"/>
              </a:spcBef>
              <a:spcAft>
                <a:spcPts val="0"/>
              </a:spcAft>
              <a:buClr>
                <a:schemeClr val="dk1"/>
              </a:buClr>
              <a:buSzPts val="8000"/>
              <a:buChar char="•"/>
              <a:defRPr sz="8000"/>
            </a:lvl7pPr>
            <a:lvl8pPr marL="3657600" lvl="7" indent="-736600" algn="l">
              <a:spcBef>
                <a:spcPts val="1600"/>
              </a:spcBef>
              <a:spcAft>
                <a:spcPts val="0"/>
              </a:spcAft>
              <a:buClr>
                <a:schemeClr val="dk1"/>
              </a:buClr>
              <a:buSzPts val="8000"/>
              <a:buChar char="•"/>
              <a:defRPr sz="8000"/>
            </a:lvl8pPr>
            <a:lvl9pPr marL="4114800" lvl="8" indent="-736600" algn="l">
              <a:spcBef>
                <a:spcPts val="1600"/>
              </a:spcBef>
              <a:spcAft>
                <a:spcPts val="0"/>
              </a:spcAft>
              <a:buClr>
                <a:schemeClr val="dk1"/>
              </a:buClr>
              <a:buSzPts val="8000"/>
              <a:buChar char="•"/>
              <a:defRPr sz="8000"/>
            </a:lvl9pPr>
          </a:lstStyle>
          <a:p>
            <a:endParaRPr/>
          </a:p>
        </p:txBody>
      </p:sp>
      <p:sp>
        <p:nvSpPr>
          <p:cNvPr id="41" name="Google Shape;41;p6"/>
          <p:cNvSpPr txBox="1">
            <a:spLocks noGrp="1"/>
          </p:cNvSpPr>
          <p:nvPr>
            <p:ph type="body" idx="2"/>
          </p:nvPr>
        </p:nvSpPr>
        <p:spPr>
          <a:xfrm>
            <a:off x="19522441" y="7254242"/>
            <a:ext cx="16962120" cy="20517700"/>
          </a:xfrm>
          <a:prstGeom prst="rect">
            <a:avLst/>
          </a:prstGeom>
          <a:noFill/>
          <a:ln>
            <a:noFill/>
          </a:ln>
        </p:spPr>
        <p:txBody>
          <a:bodyPr spcFirstLastPara="1" wrap="square" lIns="407475" tIns="203725" rIns="407475" bIns="203725" anchor="t" anchorCtr="0">
            <a:noAutofit/>
          </a:bodyPr>
          <a:lstStyle>
            <a:lvl1pPr marL="457200" lvl="0" indent="-1022350" algn="l">
              <a:spcBef>
                <a:spcPts val="2500"/>
              </a:spcBef>
              <a:spcAft>
                <a:spcPts val="0"/>
              </a:spcAft>
              <a:buClr>
                <a:schemeClr val="dk1"/>
              </a:buClr>
              <a:buSzPts val="12500"/>
              <a:buChar char="•"/>
              <a:defRPr sz="12500"/>
            </a:lvl1pPr>
            <a:lvl2pPr marL="914400" lvl="1" indent="-908050" algn="l">
              <a:spcBef>
                <a:spcPts val="2140"/>
              </a:spcBef>
              <a:spcAft>
                <a:spcPts val="0"/>
              </a:spcAft>
              <a:buClr>
                <a:schemeClr val="dk1"/>
              </a:buClr>
              <a:buSzPts val="10700"/>
              <a:buChar char="–"/>
              <a:defRPr sz="10700"/>
            </a:lvl2pPr>
            <a:lvl3pPr marL="1371600" lvl="2" indent="-793750" algn="l">
              <a:spcBef>
                <a:spcPts val="1780"/>
              </a:spcBef>
              <a:spcAft>
                <a:spcPts val="0"/>
              </a:spcAft>
              <a:buClr>
                <a:schemeClr val="dk1"/>
              </a:buClr>
              <a:buSzPts val="8900"/>
              <a:buChar char="•"/>
              <a:defRPr sz="8900"/>
            </a:lvl3pPr>
            <a:lvl4pPr marL="1828800" lvl="3" indent="-736600" algn="l">
              <a:spcBef>
                <a:spcPts val="1600"/>
              </a:spcBef>
              <a:spcAft>
                <a:spcPts val="0"/>
              </a:spcAft>
              <a:buClr>
                <a:schemeClr val="dk1"/>
              </a:buClr>
              <a:buSzPts val="8000"/>
              <a:buChar char="–"/>
              <a:defRPr sz="8000"/>
            </a:lvl4pPr>
            <a:lvl5pPr marL="2286000" lvl="4" indent="-736600" algn="l">
              <a:spcBef>
                <a:spcPts val="1600"/>
              </a:spcBef>
              <a:spcAft>
                <a:spcPts val="0"/>
              </a:spcAft>
              <a:buClr>
                <a:schemeClr val="dk1"/>
              </a:buClr>
              <a:buSzPts val="8000"/>
              <a:buChar char="»"/>
              <a:defRPr sz="8000"/>
            </a:lvl5pPr>
            <a:lvl6pPr marL="2743200" lvl="5" indent="-736600" algn="l">
              <a:spcBef>
                <a:spcPts val="1600"/>
              </a:spcBef>
              <a:spcAft>
                <a:spcPts val="0"/>
              </a:spcAft>
              <a:buClr>
                <a:schemeClr val="dk1"/>
              </a:buClr>
              <a:buSzPts val="8000"/>
              <a:buChar char="•"/>
              <a:defRPr sz="8000"/>
            </a:lvl6pPr>
            <a:lvl7pPr marL="3200400" lvl="6" indent="-736600" algn="l">
              <a:spcBef>
                <a:spcPts val="1600"/>
              </a:spcBef>
              <a:spcAft>
                <a:spcPts val="0"/>
              </a:spcAft>
              <a:buClr>
                <a:schemeClr val="dk1"/>
              </a:buClr>
              <a:buSzPts val="8000"/>
              <a:buChar char="•"/>
              <a:defRPr sz="8000"/>
            </a:lvl7pPr>
            <a:lvl8pPr marL="3657600" lvl="7" indent="-736600" algn="l">
              <a:spcBef>
                <a:spcPts val="1600"/>
              </a:spcBef>
              <a:spcAft>
                <a:spcPts val="0"/>
              </a:spcAft>
              <a:buClr>
                <a:schemeClr val="dk1"/>
              </a:buClr>
              <a:buSzPts val="8000"/>
              <a:buChar char="•"/>
              <a:defRPr sz="8000"/>
            </a:lvl8pPr>
            <a:lvl9pPr marL="4114800" lvl="8" indent="-736600" algn="l">
              <a:spcBef>
                <a:spcPts val="1600"/>
              </a:spcBef>
              <a:spcAft>
                <a:spcPts val="0"/>
              </a:spcAft>
              <a:buClr>
                <a:schemeClr val="dk1"/>
              </a:buClr>
              <a:buSzPts val="8000"/>
              <a:buChar char="•"/>
              <a:defRPr sz="8000"/>
            </a:lvl9pPr>
          </a:lstStyle>
          <a:p>
            <a:endParaRPr/>
          </a:p>
        </p:txBody>
      </p:sp>
      <p:sp>
        <p:nvSpPr>
          <p:cNvPr id="42" name="Google Shape;42;p6"/>
          <p:cNvSpPr txBox="1">
            <a:spLocks noGrp="1"/>
          </p:cNvSpPr>
          <p:nvPr>
            <p:ph type="dt" idx="10"/>
          </p:nvPr>
        </p:nvSpPr>
        <p:spPr>
          <a:xfrm>
            <a:off x="1920240" y="28815456"/>
            <a:ext cx="8961120" cy="1655233"/>
          </a:xfrm>
          <a:prstGeom prst="rect">
            <a:avLst/>
          </a:prstGeom>
          <a:noFill/>
          <a:ln>
            <a:noFill/>
          </a:ln>
        </p:spPr>
        <p:txBody>
          <a:bodyPr spcFirstLastPara="1" wrap="square" lIns="407475" tIns="203725" rIns="407475" bIns="203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13121641" y="28815456"/>
            <a:ext cx="12161520" cy="1655233"/>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27523441" y="28815456"/>
            <a:ext cx="8961120" cy="1655233"/>
          </a:xfrm>
          <a:prstGeom prst="rect">
            <a:avLst/>
          </a:prstGeom>
          <a:noFill/>
          <a:ln>
            <a:noFill/>
          </a:ln>
        </p:spPr>
        <p:txBody>
          <a:bodyPr spcFirstLastPara="1" wrap="square" lIns="407475" tIns="203725" rIns="407475" bIns="203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1920240" y="1245027"/>
            <a:ext cx="34564319" cy="5181600"/>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Clr>
                <a:schemeClr val="dk1"/>
              </a:buClr>
              <a:buSzPts val="19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1920241" y="6959178"/>
            <a:ext cx="16968790" cy="2900255"/>
          </a:xfrm>
          <a:prstGeom prst="rect">
            <a:avLst/>
          </a:prstGeom>
          <a:noFill/>
          <a:ln>
            <a:noFill/>
          </a:ln>
        </p:spPr>
        <p:txBody>
          <a:bodyPr spcFirstLastPara="1" wrap="square" lIns="407475" tIns="203725" rIns="407475" bIns="203725" anchor="b" anchorCtr="0">
            <a:noAutofit/>
          </a:bodyPr>
          <a:lstStyle>
            <a:lvl1pPr marL="457200" lvl="0" indent="-228600" algn="l">
              <a:spcBef>
                <a:spcPts val="2140"/>
              </a:spcBef>
              <a:spcAft>
                <a:spcPts val="0"/>
              </a:spcAft>
              <a:buClr>
                <a:schemeClr val="dk1"/>
              </a:buClr>
              <a:buSzPts val="10700"/>
              <a:buNone/>
              <a:defRPr sz="10700" b="1"/>
            </a:lvl1pPr>
            <a:lvl2pPr marL="914400" lvl="1" indent="-228600" algn="l">
              <a:spcBef>
                <a:spcPts val="1780"/>
              </a:spcBef>
              <a:spcAft>
                <a:spcPts val="0"/>
              </a:spcAft>
              <a:buClr>
                <a:schemeClr val="dk1"/>
              </a:buClr>
              <a:buSzPts val="8900"/>
              <a:buNone/>
              <a:defRPr sz="8900" b="1"/>
            </a:lvl2pPr>
            <a:lvl3pPr marL="1371600" lvl="2" indent="-228600" algn="l">
              <a:spcBef>
                <a:spcPts val="1600"/>
              </a:spcBef>
              <a:spcAft>
                <a:spcPts val="0"/>
              </a:spcAft>
              <a:buClr>
                <a:schemeClr val="dk1"/>
              </a:buClr>
              <a:buSzPts val="8000"/>
              <a:buNone/>
              <a:defRPr sz="8000" b="1"/>
            </a:lvl3pPr>
            <a:lvl4pPr marL="1828800" lvl="3" indent="-228600" algn="l">
              <a:spcBef>
                <a:spcPts val="1420"/>
              </a:spcBef>
              <a:spcAft>
                <a:spcPts val="0"/>
              </a:spcAft>
              <a:buClr>
                <a:schemeClr val="dk1"/>
              </a:buClr>
              <a:buSzPts val="7100"/>
              <a:buNone/>
              <a:defRPr sz="7100" b="1"/>
            </a:lvl4pPr>
            <a:lvl5pPr marL="2286000" lvl="4" indent="-228600" algn="l">
              <a:spcBef>
                <a:spcPts val="1420"/>
              </a:spcBef>
              <a:spcAft>
                <a:spcPts val="0"/>
              </a:spcAft>
              <a:buClr>
                <a:schemeClr val="dk1"/>
              </a:buClr>
              <a:buSzPts val="7100"/>
              <a:buNone/>
              <a:defRPr sz="7100" b="1"/>
            </a:lvl5pPr>
            <a:lvl6pPr marL="2743200" lvl="5" indent="-228600" algn="l">
              <a:spcBef>
                <a:spcPts val="1420"/>
              </a:spcBef>
              <a:spcAft>
                <a:spcPts val="0"/>
              </a:spcAft>
              <a:buClr>
                <a:schemeClr val="dk1"/>
              </a:buClr>
              <a:buSzPts val="7100"/>
              <a:buNone/>
              <a:defRPr sz="7100" b="1"/>
            </a:lvl6pPr>
            <a:lvl7pPr marL="3200400" lvl="6" indent="-228600" algn="l">
              <a:spcBef>
                <a:spcPts val="1420"/>
              </a:spcBef>
              <a:spcAft>
                <a:spcPts val="0"/>
              </a:spcAft>
              <a:buClr>
                <a:schemeClr val="dk1"/>
              </a:buClr>
              <a:buSzPts val="7100"/>
              <a:buNone/>
              <a:defRPr sz="7100" b="1"/>
            </a:lvl7pPr>
            <a:lvl8pPr marL="3657600" lvl="7" indent="-228600" algn="l">
              <a:spcBef>
                <a:spcPts val="1420"/>
              </a:spcBef>
              <a:spcAft>
                <a:spcPts val="0"/>
              </a:spcAft>
              <a:buClr>
                <a:schemeClr val="dk1"/>
              </a:buClr>
              <a:buSzPts val="7100"/>
              <a:buNone/>
              <a:defRPr sz="7100" b="1"/>
            </a:lvl8pPr>
            <a:lvl9pPr marL="4114800" lvl="8" indent="-228600" algn="l">
              <a:spcBef>
                <a:spcPts val="1420"/>
              </a:spcBef>
              <a:spcAft>
                <a:spcPts val="0"/>
              </a:spcAft>
              <a:buClr>
                <a:schemeClr val="dk1"/>
              </a:buClr>
              <a:buSzPts val="7100"/>
              <a:buNone/>
              <a:defRPr sz="7100" b="1"/>
            </a:lvl9pPr>
          </a:lstStyle>
          <a:p>
            <a:endParaRPr/>
          </a:p>
        </p:txBody>
      </p:sp>
      <p:sp>
        <p:nvSpPr>
          <p:cNvPr id="48" name="Google Shape;48;p7"/>
          <p:cNvSpPr txBox="1">
            <a:spLocks noGrp="1"/>
          </p:cNvSpPr>
          <p:nvPr>
            <p:ph type="body" idx="2"/>
          </p:nvPr>
        </p:nvSpPr>
        <p:spPr>
          <a:xfrm>
            <a:off x="1920241" y="9859433"/>
            <a:ext cx="16968790" cy="17912507"/>
          </a:xfrm>
          <a:prstGeom prst="rect">
            <a:avLst/>
          </a:prstGeom>
          <a:noFill/>
          <a:ln>
            <a:noFill/>
          </a:ln>
        </p:spPr>
        <p:txBody>
          <a:bodyPr spcFirstLastPara="1" wrap="square" lIns="407475" tIns="203725" rIns="407475" bIns="203725" anchor="t" anchorCtr="0">
            <a:noAutofit/>
          </a:bodyPr>
          <a:lstStyle>
            <a:lvl1pPr marL="457200" lvl="0" indent="-908050" algn="l">
              <a:spcBef>
                <a:spcPts val="2140"/>
              </a:spcBef>
              <a:spcAft>
                <a:spcPts val="0"/>
              </a:spcAft>
              <a:buClr>
                <a:schemeClr val="dk1"/>
              </a:buClr>
              <a:buSzPts val="10700"/>
              <a:buChar char="•"/>
              <a:defRPr sz="10700"/>
            </a:lvl1pPr>
            <a:lvl2pPr marL="914400" lvl="1" indent="-793750" algn="l">
              <a:spcBef>
                <a:spcPts val="1780"/>
              </a:spcBef>
              <a:spcAft>
                <a:spcPts val="0"/>
              </a:spcAft>
              <a:buClr>
                <a:schemeClr val="dk1"/>
              </a:buClr>
              <a:buSzPts val="8900"/>
              <a:buChar char="–"/>
              <a:defRPr sz="8900"/>
            </a:lvl2pPr>
            <a:lvl3pPr marL="1371600" lvl="2" indent="-736600" algn="l">
              <a:spcBef>
                <a:spcPts val="1600"/>
              </a:spcBef>
              <a:spcAft>
                <a:spcPts val="0"/>
              </a:spcAft>
              <a:buClr>
                <a:schemeClr val="dk1"/>
              </a:buClr>
              <a:buSzPts val="8000"/>
              <a:buChar char="•"/>
              <a:defRPr sz="8000"/>
            </a:lvl3pPr>
            <a:lvl4pPr marL="1828800" lvl="3" indent="-679450" algn="l">
              <a:spcBef>
                <a:spcPts val="1420"/>
              </a:spcBef>
              <a:spcAft>
                <a:spcPts val="0"/>
              </a:spcAft>
              <a:buClr>
                <a:schemeClr val="dk1"/>
              </a:buClr>
              <a:buSzPts val="7100"/>
              <a:buChar char="–"/>
              <a:defRPr sz="7100"/>
            </a:lvl4pPr>
            <a:lvl5pPr marL="2286000" lvl="4" indent="-679450" algn="l">
              <a:spcBef>
                <a:spcPts val="1420"/>
              </a:spcBef>
              <a:spcAft>
                <a:spcPts val="0"/>
              </a:spcAft>
              <a:buClr>
                <a:schemeClr val="dk1"/>
              </a:buClr>
              <a:buSzPts val="7100"/>
              <a:buChar char="»"/>
              <a:defRPr sz="7100"/>
            </a:lvl5pPr>
            <a:lvl6pPr marL="2743200" lvl="5" indent="-679450" algn="l">
              <a:spcBef>
                <a:spcPts val="1420"/>
              </a:spcBef>
              <a:spcAft>
                <a:spcPts val="0"/>
              </a:spcAft>
              <a:buClr>
                <a:schemeClr val="dk1"/>
              </a:buClr>
              <a:buSzPts val="7100"/>
              <a:buChar char="•"/>
              <a:defRPr sz="7100"/>
            </a:lvl6pPr>
            <a:lvl7pPr marL="3200400" lvl="6" indent="-679450" algn="l">
              <a:spcBef>
                <a:spcPts val="1420"/>
              </a:spcBef>
              <a:spcAft>
                <a:spcPts val="0"/>
              </a:spcAft>
              <a:buClr>
                <a:schemeClr val="dk1"/>
              </a:buClr>
              <a:buSzPts val="7100"/>
              <a:buChar char="•"/>
              <a:defRPr sz="7100"/>
            </a:lvl7pPr>
            <a:lvl8pPr marL="3657600" lvl="7" indent="-679450" algn="l">
              <a:spcBef>
                <a:spcPts val="1420"/>
              </a:spcBef>
              <a:spcAft>
                <a:spcPts val="0"/>
              </a:spcAft>
              <a:buClr>
                <a:schemeClr val="dk1"/>
              </a:buClr>
              <a:buSzPts val="7100"/>
              <a:buChar char="•"/>
              <a:defRPr sz="7100"/>
            </a:lvl8pPr>
            <a:lvl9pPr marL="4114800" lvl="8" indent="-679450" algn="l">
              <a:spcBef>
                <a:spcPts val="1420"/>
              </a:spcBef>
              <a:spcAft>
                <a:spcPts val="0"/>
              </a:spcAft>
              <a:buClr>
                <a:schemeClr val="dk1"/>
              </a:buClr>
              <a:buSzPts val="7100"/>
              <a:buChar char="•"/>
              <a:defRPr sz="7100"/>
            </a:lvl9pPr>
          </a:lstStyle>
          <a:p>
            <a:endParaRPr/>
          </a:p>
        </p:txBody>
      </p:sp>
      <p:sp>
        <p:nvSpPr>
          <p:cNvPr id="49" name="Google Shape;49;p7"/>
          <p:cNvSpPr txBox="1">
            <a:spLocks noGrp="1"/>
          </p:cNvSpPr>
          <p:nvPr>
            <p:ph type="body" idx="3"/>
          </p:nvPr>
        </p:nvSpPr>
        <p:spPr>
          <a:xfrm>
            <a:off x="19509106" y="6959178"/>
            <a:ext cx="16975455" cy="2900255"/>
          </a:xfrm>
          <a:prstGeom prst="rect">
            <a:avLst/>
          </a:prstGeom>
          <a:noFill/>
          <a:ln>
            <a:noFill/>
          </a:ln>
        </p:spPr>
        <p:txBody>
          <a:bodyPr spcFirstLastPara="1" wrap="square" lIns="407475" tIns="203725" rIns="407475" bIns="203725" anchor="b" anchorCtr="0">
            <a:noAutofit/>
          </a:bodyPr>
          <a:lstStyle>
            <a:lvl1pPr marL="457200" lvl="0" indent="-228600" algn="l">
              <a:spcBef>
                <a:spcPts val="2140"/>
              </a:spcBef>
              <a:spcAft>
                <a:spcPts val="0"/>
              </a:spcAft>
              <a:buClr>
                <a:schemeClr val="dk1"/>
              </a:buClr>
              <a:buSzPts val="10700"/>
              <a:buNone/>
              <a:defRPr sz="10700" b="1"/>
            </a:lvl1pPr>
            <a:lvl2pPr marL="914400" lvl="1" indent="-228600" algn="l">
              <a:spcBef>
                <a:spcPts val="1780"/>
              </a:spcBef>
              <a:spcAft>
                <a:spcPts val="0"/>
              </a:spcAft>
              <a:buClr>
                <a:schemeClr val="dk1"/>
              </a:buClr>
              <a:buSzPts val="8900"/>
              <a:buNone/>
              <a:defRPr sz="8900" b="1"/>
            </a:lvl2pPr>
            <a:lvl3pPr marL="1371600" lvl="2" indent="-228600" algn="l">
              <a:spcBef>
                <a:spcPts val="1600"/>
              </a:spcBef>
              <a:spcAft>
                <a:spcPts val="0"/>
              </a:spcAft>
              <a:buClr>
                <a:schemeClr val="dk1"/>
              </a:buClr>
              <a:buSzPts val="8000"/>
              <a:buNone/>
              <a:defRPr sz="8000" b="1"/>
            </a:lvl3pPr>
            <a:lvl4pPr marL="1828800" lvl="3" indent="-228600" algn="l">
              <a:spcBef>
                <a:spcPts val="1420"/>
              </a:spcBef>
              <a:spcAft>
                <a:spcPts val="0"/>
              </a:spcAft>
              <a:buClr>
                <a:schemeClr val="dk1"/>
              </a:buClr>
              <a:buSzPts val="7100"/>
              <a:buNone/>
              <a:defRPr sz="7100" b="1"/>
            </a:lvl4pPr>
            <a:lvl5pPr marL="2286000" lvl="4" indent="-228600" algn="l">
              <a:spcBef>
                <a:spcPts val="1420"/>
              </a:spcBef>
              <a:spcAft>
                <a:spcPts val="0"/>
              </a:spcAft>
              <a:buClr>
                <a:schemeClr val="dk1"/>
              </a:buClr>
              <a:buSzPts val="7100"/>
              <a:buNone/>
              <a:defRPr sz="7100" b="1"/>
            </a:lvl5pPr>
            <a:lvl6pPr marL="2743200" lvl="5" indent="-228600" algn="l">
              <a:spcBef>
                <a:spcPts val="1420"/>
              </a:spcBef>
              <a:spcAft>
                <a:spcPts val="0"/>
              </a:spcAft>
              <a:buClr>
                <a:schemeClr val="dk1"/>
              </a:buClr>
              <a:buSzPts val="7100"/>
              <a:buNone/>
              <a:defRPr sz="7100" b="1"/>
            </a:lvl6pPr>
            <a:lvl7pPr marL="3200400" lvl="6" indent="-228600" algn="l">
              <a:spcBef>
                <a:spcPts val="1420"/>
              </a:spcBef>
              <a:spcAft>
                <a:spcPts val="0"/>
              </a:spcAft>
              <a:buClr>
                <a:schemeClr val="dk1"/>
              </a:buClr>
              <a:buSzPts val="7100"/>
              <a:buNone/>
              <a:defRPr sz="7100" b="1"/>
            </a:lvl7pPr>
            <a:lvl8pPr marL="3657600" lvl="7" indent="-228600" algn="l">
              <a:spcBef>
                <a:spcPts val="1420"/>
              </a:spcBef>
              <a:spcAft>
                <a:spcPts val="0"/>
              </a:spcAft>
              <a:buClr>
                <a:schemeClr val="dk1"/>
              </a:buClr>
              <a:buSzPts val="7100"/>
              <a:buNone/>
              <a:defRPr sz="7100" b="1"/>
            </a:lvl8pPr>
            <a:lvl9pPr marL="4114800" lvl="8" indent="-228600" algn="l">
              <a:spcBef>
                <a:spcPts val="1420"/>
              </a:spcBef>
              <a:spcAft>
                <a:spcPts val="0"/>
              </a:spcAft>
              <a:buClr>
                <a:schemeClr val="dk1"/>
              </a:buClr>
              <a:buSzPts val="7100"/>
              <a:buNone/>
              <a:defRPr sz="7100" b="1"/>
            </a:lvl9pPr>
          </a:lstStyle>
          <a:p>
            <a:endParaRPr/>
          </a:p>
        </p:txBody>
      </p:sp>
      <p:sp>
        <p:nvSpPr>
          <p:cNvPr id="50" name="Google Shape;50;p7"/>
          <p:cNvSpPr txBox="1">
            <a:spLocks noGrp="1"/>
          </p:cNvSpPr>
          <p:nvPr>
            <p:ph type="body" idx="4"/>
          </p:nvPr>
        </p:nvSpPr>
        <p:spPr>
          <a:xfrm>
            <a:off x="19509106" y="9859433"/>
            <a:ext cx="16975455" cy="17912507"/>
          </a:xfrm>
          <a:prstGeom prst="rect">
            <a:avLst/>
          </a:prstGeom>
          <a:noFill/>
          <a:ln>
            <a:noFill/>
          </a:ln>
        </p:spPr>
        <p:txBody>
          <a:bodyPr spcFirstLastPara="1" wrap="square" lIns="407475" tIns="203725" rIns="407475" bIns="203725" anchor="t" anchorCtr="0">
            <a:noAutofit/>
          </a:bodyPr>
          <a:lstStyle>
            <a:lvl1pPr marL="457200" lvl="0" indent="-908050" algn="l">
              <a:spcBef>
                <a:spcPts val="2140"/>
              </a:spcBef>
              <a:spcAft>
                <a:spcPts val="0"/>
              </a:spcAft>
              <a:buClr>
                <a:schemeClr val="dk1"/>
              </a:buClr>
              <a:buSzPts val="10700"/>
              <a:buChar char="•"/>
              <a:defRPr sz="10700"/>
            </a:lvl1pPr>
            <a:lvl2pPr marL="914400" lvl="1" indent="-793750" algn="l">
              <a:spcBef>
                <a:spcPts val="1780"/>
              </a:spcBef>
              <a:spcAft>
                <a:spcPts val="0"/>
              </a:spcAft>
              <a:buClr>
                <a:schemeClr val="dk1"/>
              </a:buClr>
              <a:buSzPts val="8900"/>
              <a:buChar char="–"/>
              <a:defRPr sz="8900"/>
            </a:lvl2pPr>
            <a:lvl3pPr marL="1371600" lvl="2" indent="-736600" algn="l">
              <a:spcBef>
                <a:spcPts val="1600"/>
              </a:spcBef>
              <a:spcAft>
                <a:spcPts val="0"/>
              </a:spcAft>
              <a:buClr>
                <a:schemeClr val="dk1"/>
              </a:buClr>
              <a:buSzPts val="8000"/>
              <a:buChar char="•"/>
              <a:defRPr sz="8000"/>
            </a:lvl3pPr>
            <a:lvl4pPr marL="1828800" lvl="3" indent="-679450" algn="l">
              <a:spcBef>
                <a:spcPts val="1420"/>
              </a:spcBef>
              <a:spcAft>
                <a:spcPts val="0"/>
              </a:spcAft>
              <a:buClr>
                <a:schemeClr val="dk1"/>
              </a:buClr>
              <a:buSzPts val="7100"/>
              <a:buChar char="–"/>
              <a:defRPr sz="7100"/>
            </a:lvl4pPr>
            <a:lvl5pPr marL="2286000" lvl="4" indent="-679450" algn="l">
              <a:spcBef>
                <a:spcPts val="1420"/>
              </a:spcBef>
              <a:spcAft>
                <a:spcPts val="0"/>
              </a:spcAft>
              <a:buClr>
                <a:schemeClr val="dk1"/>
              </a:buClr>
              <a:buSzPts val="7100"/>
              <a:buChar char="»"/>
              <a:defRPr sz="7100"/>
            </a:lvl5pPr>
            <a:lvl6pPr marL="2743200" lvl="5" indent="-679450" algn="l">
              <a:spcBef>
                <a:spcPts val="1420"/>
              </a:spcBef>
              <a:spcAft>
                <a:spcPts val="0"/>
              </a:spcAft>
              <a:buClr>
                <a:schemeClr val="dk1"/>
              </a:buClr>
              <a:buSzPts val="7100"/>
              <a:buChar char="•"/>
              <a:defRPr sz="7100"/>
            </a:lvl6pPr>
            <a:lvl7pPr marL="3200400" lvl="6" indent="-679450" algn="l">
              <a:spcBef>
                <a:spcPts val="1420"/>
              </a:spcBef>
              <a:spcAft>
                <a:spcPts val="0"/>
              </a:spcAft>
              <a:buClr>
                <a:schemeClr val="dk1"/>
              </a:buClr>
              <a:buSzPts val="7100"/>
              <a:buChar char="•"/>
              <a:defRPr sz="7100"/>
            </a:lvl7pPr>
            <a:lvl8pPr marL="3657600" lvl="7" indent="-679450" algn="l">
              <a:spcBef>
                <a:spcPts val="1420"/>
              </a:spcBef>
              <a:spcAft>
                <a:spcPts val="0"/>
              </a:spcAft>
              <a:buClr>
                <a:schemeClr val="dk1"/>
              </a:buClr>
              <a:buSzPts val="7100"/>
              <a:buChar char="•"/>
              <a:defRPr sz="7100"/>
            </a:lvl8pPr>
            <a:lvl9pPr marL="4114800" lvl="8" indent="-679450" algn="l">
              <a:spcBef>
                <a:spcPts val="1420"/>
              </a:spcBef>
              <a:spcAft>
                <a:spcPts val="0"/>
              </a:spcAft>
              <a:buClr>
                <a:schemeClr val="dk1"/>
              </a:buClr>
              <a:buSzPts val="7100"/>
              <a:buChar char="•"/>
              <a:defRPr sz="7100"/>
            </a:lvl9pPr>
          </a:lstStyle>
          <a:p>
            <a:endParaRPr/>
          </a:p>
        </p:txBody>
      </p:sp>
      <p:sp>
        <p:nvSpPr>
          <p:cNvPr id="51" name="Google Shape;51;p7"/>
          <p:cNvSpPr txBox="1">
            <a:spLocks noGrp="1"/>
          </p:cNvSpPr>
          <p:nvPr>
            <p:ph type="dt" idx="10"/>
          </p:nvPr>
        </p:nvSpPr>
        <p:spPr>
          <a:xfrm>
            <a:off x="1920240" y="28815456"/>
            <a:ext cx="8961120" cy="1655233"/>
          </a:xfrm>
          <a:prstGeom prst="rect">
            <a:avLst/>
          </a:prstGeom>
          <a:noFill/>
          <a:ln>
            <a:noFill/>
          </a:ln>
        </p:spPr>
        <p:txBody>
          <a:bodyPr spcFirstLastPara="1" wrap="square" lIns="407475" tIns="203725" rIns="407475" bIns="203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13121641" y="28815456"/>
            <a:ext cx="12161520" cy="1655233"/>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27523441" y="28815456"/>
            <a:ext cx="8961120" cy="1655233"/>
          </a:xfrm>
          <a:prstGeom prst="rect">
            <a:avLst/>
          </a:prstGeom>
          <a:noFill/>
          <a:ln>
            <a:noFill/>
          </a:ln>
        </p:spPr>
        <p:txBody>
          <a:bodyPr spcFirstLastPara="1" wrap="square" lIns="407475" tIns="203725" rIns="407475" bIns="203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1920240" y="28815456"/>
            <a:ext cx="8961120" cy="1655233"/>
          </a:xfrm>
          <a:prstGeom prst="rect">
            <a:avLst/>
          </a:prstGeom>
          <a:noFill/>
          <a:ln>
            <a:noFill/>
          </a:ln>
        </p:spPr>
        <p:txBody>
          <a:bodyPr spcFirstLastPara="1" wrap="square" lIns="407475" tIns="203725" rIns="407475" bIns="203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13121641" y="28815456"/>
            <a:ext cx="12161520" cy="1655233"/>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27523441" y="28815456"/>
            <a:ext cx="8961120" cy="1655233"/>
          </a:xfrm>
          <a:prstGeom prst="rect">
            <a:avLst/>
          </a:prstGeom>
          <a:noFill/>
          <a:ln>
            <a:noFill/>
          </a:ln>
        </p:spPr>
        <p:txBody>
          <a:bodyPr spcFirstLastPara="1" wrap="square" lIns="407475" tIns="203725" rIns="407475" bIns="203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1920244" y="1237827"/>
            <a:ext cx="12634915" cy="5267960"/>
          </a:xfrm>
          <a:prstGeom prst="rect">
            <a:avLst/>
          </a:prstGeom>
          <a:noFill/>
          <a:ln>
            <a:noFill/>
          </a:ln>
        </p:spPr>
        <p:txBody>
          <a:bodyPr spcFirstLastPara="1" wrap="square" lIns="407475" tIns="203725" rIns="407475" bIns="203725" anchor="b" anchorCtr="0">
            <a:noAutofit/>
          </a:bodyPr>
          <a:lstStyle>
            <a:lvl1pPr lvl="0" algn="l">
              <a:spcBef>
                <a:spcPts val="0"/>
              </a:spcBef>
              <a:spcAft>
                <a:spcPts val="0"/>
              </a:spcAft>
              <a:buClr>
                <a:schemeClr val="dk1"/>
              </a:buClr>
              <a:buSzPts val="8900"/>
              <a:buFont typeface="Calibri"/>
              <a:buNone/>
              <a:defRPr sz="89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15015209" y="1237828"/>
            <a:ext cx="21469349" cy="26534114"/>
          </a:xfrm>
          <a:prstGeom prst="rect">
            <a:avLst/>
          </a:prstGeom>
          <a:noFill/>
          <a:ln>
            <a:noFill/>
          </a:ln>
        </p:spPr>
        <p:txBody>
          <a:bodyPr spcFirstLastPara="1" wrap="square" lIns="407475" tIns="203725" rIns="407475" bIns="203725" anchor="t" anchorCtr="0">
            <a:noAutofit/>
          </a:bodyPr>
          <a:lstStyle>
            <a:lvl1pPr marL="457200" lvl="0" indent="-1136650" algn="l">
              <a:spcBef>
                <a:spcPts val="2860"/>
              </a:spcBef>
              <a:spcAft>
                <a:spcPts val="0"/>
              </a:spcAft>
              <a:buClr>
                <a:schemeClr val="dk1"/>
              </a:buClr>
              <a:buSzPts val="14300"/>
              <a:buChar char="•"/>
              <a:defRPr sz="14300"/>
            </a:lvl1pPr>
            <a:lvl2pPr marL="914400" lvl="1" indent="-1022350" algn="l">
              <a:spcBef>
                <a:spcPts val="2500"/>
              </a:spcBef>
              <a:spcAft>
                <a:spcPts val="0"/>
              </a:spcAft>
              <a:buClr>
                <a:schemeClr val="dk1"/>
              </a:buClr>
              <a:buSzPts val="12500"/>
              <a:buChar char="–"/>
              <a:defRPr sz="12500"/>
            </a:lvl2pPr>
            <a:lvl3pPr marL="1371600" lvl="2" indent="-908050" algn="l">
              <a:spcBef>
                <a:spcPts val="2140"/>
              </a:spcBef>
              <a:spcAft>
                <a:spcPts val="0"/>
              </a:spcAft>
              <a:buClr>
                <a:schemeClr val="dk1"/>
              </a:buClr>
              <a:buSzPts val="10700"/>
              <a:buChar char="•"/>
              <a:defRPr sz="10700"/>
            </a:lvl3pPr>
            <a:lvl4pPr marL="1828800" lvl="3" indent="-793750" algn="l">
              <a:spcBef>
                <a:spcPts val="1780"/>
              </a:spcBef>
              <a:spcAft>
                <a:spcPts val="0"/>
              </a:spcAft>
              <a:buClr>
                <a:schemeClr val="dk1"/>
              </a:buClr>
              <a:buSzPts val="8900"/>
              <a:buChar char="–"/>
              <a:defRPr sz="8900"/>
            </a:lvl4pPr>
            <a:lvl5pPr marL="2286000" lvl="4" indent="-793750" algn="l">
              <a:spcBef>
                <a:spcPts val="1780"/>
              </a:spcBef>
              <a:spcAft>
                <a:spcPts val="0"/>
              </a:spcAft>
              <a:buClr>
                <a:schemeClr val="dk1"/>
              </a:buClr>
              <a:buSzPts val="8900"/>
              <a:buChar char="»"/>
              <a:defRPr sz="8900"/>
            </a:lvl5pPr>
            <a:lvl6pPr marL="2743200" lvl="5" indent="-793750" algn="l">
              <a:spcBef>
                <a:spcPts val="1780"/>
              </a:spcBef>
              <a:spcAft>
                <a:spcPts val="0"/>
              </a:spcAft>
              <a:buClr>
                <a:schemeClr val="dk1"/>
              </a:buClr>
              <a:buSzPts val="8900"/>
              <a:buChar char="•"/>
              <a:defRPr sz="8900"/>
            </a:lvl6pPr>
            <a:lvl7pPr marL="3200400" lvl="6" indent="-793750" algn="l">
              <a:spcBef>
                <a:spcPts val="1780"/>
              </a:spcBef>
              <a:spcAft>
                <a:spcPts val="0"/>
              </a:spcAft>
              <a:buClr>
                <a:schemeClr val="dk1"/>
              </a:buClr>
              <a:buSzPts val="8900"/>
              <a:buChar char="•"/>
              <a:defRPr sz="8900"/>
            </a:lvl7pPr>
            <a:lvl8pPr marL="3657600" lvl="7" indent="-793750" algn="l">
              <a:spcBef>
                <a:spcPts val="1780"/>
              </a:spcBef>
              <a:spcAft>
                <a:spcPts val="0"/>
              </a:spcAft>
              <a:buClr>
                <a:schemeClr val="dk1"/>
              </a:buClr>
              <a:buSzPts val="8900"/>
              <a:buChar char="•"/>
              <a:defRPr sz="8900"/>
            </a:lvl8pPr>
            <a:lvl9pPr marL="4114800" lvl="8" indent="-793750" algn="l">
              <a:spcBef>
                <a:spcPts val="1780"/>
              </a:spcBef>
              <a:spcAft>
                <a:spcPts val="0"/>
              </a:spcAft>
              <a:buClr>
                <a:schemeClr val="dk1"/>
              </a:buClr>
              <a:buSzPts val="8900"/>
              <a:buChar char="•"/>
              <a:defRPr sz="8900"/>
            </a:lvl9pPr>
          </a:lstStyle>
          <a:p>
            <a:endParaRPr/>
          </a:p>
        </p:txBody>
      </p:sp>
      <p:sp>
        <p:nvSpPr>
          <p:cNvPr id="61" name="Google Shape;61;p9"/>
          <p:cNvSpPr txBox="1">
            <a:spLocks noGrp="1"/>
          </p:cNvSpPr>
          <p:nvPr>
            <p:ph type="body" idx="2"/>
          </p:nvPr>
        </p:nvSpPr>
        <p:spPr>
          <a:xfrm>
            <a:off x="1920244" y="6505788"/>
            <a:ext cx="12634915" cy="21266154"/>
          </a:xfrm>
          <a:prstGeom prst="rect">
            <a:avLst/>
          </a:prstGeom>
          <a:noFill/>
          <a:ln>
            <a:noFill/>
          </a:ln>
        </p:spPr>
        <p:txBody>
          <a:bodyPr spcFirstLastPara="1" wrap="square" lIns="407475" tIns="203725" rIns="407475" bIns="203725" anchor="t" anchorCtr="0">
            <a:noAutofit/>
          </a:bodyPr>
          <a:lstStyle>
            <a:lvl1pPr marL="457200" lvl="0" indent="-228600" algn="l">
              <a:spcBef>
                <a:spcPts val="1240"/>
              </a:spcBef>
              <a:spcAft>
                <a:spcPts val="0"/>
              </a:spcAft>
              <a:buClr>
                <a:schemeClr val="dk1"/>
              </a:buClr>
              <a:buSzPts val="6200"/>
              <a:buNone/>
              <a:defRPr sz="6200"/>
            </a:lvl1pPr>
            <a:lvl2pPr marL="914400" lvl="1" indent="-228600" algn="l">
              <a:spcBef>
                <a:spcPts val="1060"/>
              </a:spcBef>
              <a:spcAft>
                <a:spcPts val="0"/>
              </a:spcAft>
              <a:buClr>
                <a:schemeClr val="dk1"/>
              </a:buClr>
              <a:buSzPts val="5300"/>
              <a:buNone/>
              <a:defRPr sz="5300"/>
            </a:lvl2pPr>
            <a:lvl3pPr marL="1371600" lvl="2" indent="-228600" algn="l">
              <a:spcBef>
                <a:spcPts val="900"/>
              </a:spcBef>
              <a:spcAft>
                <a:spcPts val="0"/>
              </a:spcAft>
              <a:buClr>
                <a:schemeClr val="dk1"/>
              </a:buClr>
              <a:buSzPts val="4500"/>
              <a:buNone/>
              <a:defRPr sz="4500"/>
            </a:lvl3pPr>
            <a:lvl4pPr marL="1828800" lvl="3" indent="-228600" algn="l">
              <a:spcBef>
                <a:spcPts val="800"/>
              </a:spcBef>
              <a:spcAft>
                <a:spcPts val="0"/>
              </a:spcAft>
              <a:buClr>
                <a:schemeClr val="dk1"/>
              </a:buClr>
              <a:buSzPts val="4000"/>
              <a:buNone/>
              <a:defRPr sz="4000"/>
            </a:lvl4pPr>
            <a:lvl5pPr marL="2286000" lvl="4" indent="-228600" algn="l">
              <a:spcBef>
                <a:spcPts val="800"/>
              </a:spcBef>
              <a:spcAft>
                <a:spcPts val="0"/>
              </a:spcAft>
              <a:buClr>
                <a:schemeClr val="dk1"/>
              </a:buClr>
              <a:buSzPts val="4000"/>
              <a:buNone/>
              <a:defRPr sz="4000"/>
            </a:lvl5pPr>
            <a:lvl6pPr marL="2743200" lvl="5" indent="-228600" algn="l">
              <a:spcBef>
                <a:spcPts val="800"/>
              </a:spcBef>
              <a:spcAft>
                <a:spcPts val="0"/>
              </a:spcAft>
              <a:buClr>
                <a:schemeClr val="dk1"/>
              </a:buClr>
              <a:buSzPts val="4000"/>
              <a:buNone/>
              <a:defRPr sz="4000"/>
            </a:lvl6pPr>
            <a:lvl7pPr marL="3200400" lvl="6" indent="-228600" algn="l">
              <a:spcBef>
                <a:spcPts val="800"/>
              </a:spcBef>
              <a:spcAft>
                <a:spcPts val="0"/>
              </a:spcAft>
              <a:buClr>
                <a:schemeClr val="dk1"/>
              </a:buClr>
              <a:buSzPts val="4000"/>
              <a:buNone/>
              <a:defRPr sz="4000"/>
            </a:lvl7pPr>
            <a:lvl8pPr marL="3657600" lvl="7" indent="-228600" algn="l">
              <a:spcBef>
                <a:spcPts val="800"/>
              </a:spcBef>
              <a:spcAft>
                <a:spcPts val="0"/>
              </a:spcAft>
              <a:buClr>
                <a:schemeClr val="dk1"/>
              </a:buClr>
              <a:buSzPts val="4000"/>
              <a:buNone/>
              <a:defRPr sz="4000"/>
            </a:lvl8pPr>
            <a:lvl9pPr marL="4114800" lvl="8" indent="-228600" algn="l">
              <a:spcBef>
                <a:spcPts val="800"/>
              </a:spcBef>
              <a:spcAft>
                <a:spcPts val="0"/>
              </a:spcAft>
              <a:buClr>
                <a:schemeClr val="dk1"/>
              </a:buClr>
              <a:buSzPts val="4000"/>
              <a:buNone/>
              <a:defRPr sz="4000"/>
            </a:lvl9pPr>
          </a:lstStyle>
          <a:p>
            <a:endParaRPr/>
          </a:p>
        </p:txBody>
      </p:sp>
      <p:sp>
        <p:nvSpPr>
          <p:cNvPr id="62" name="Google Shape;62;p9"/>
          <p:cNvSpPr txBox="1">
            <a:spLocks noGrp="1"/>
          </p:cNvSpPr>
          <p:nvPr>
            <p:ph type="dt" idx="10"/>
          </p:nvPr>
        </p:nvSpPr>
        <p:spPr>
          <a:xfrm>
            <a:off x="1920240" y="28815456"/>
            <a:ext cx="8961120" cy="1655233"/>
          </a:xfrm>
          <a:prstGeom prst="rect">
            <a:avLst/>
          </a:prstGeom>
          <a:noFill/>
          <a:ln>
            <a:noFill/>
          </a:ln>
        </p:spPr>
        <p:txBody>
          <a:bodyPr spcFirstLastPara="1" wrap="square" lIns="407475" tIns="203725" rIns="407475" bIns="203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13121641" y="28815456"/>
            <a:ext cx="12161520" cy="1655233"/>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27523441" y="28815456"/>
            <a:ext cx="8961120" cy="1655233"/>
          </a:xfrm>
          <a:prstGeom prst="rect">
            <a:avLst/>
          </a:prstGeom>
          <a:noFill/>
          <a:ln>
            <a:noFill/>
          </a:ln>
        </p:spPr>
        <p:txBody>
          <a:bodyPr spcFirstLastPara="1" wrap="square" lIns="407475" tIns="203725" rIns="407475" bIns="203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7527610" y="21762720"/>
            <a:ext cx="23042881" cy="2569214"/>
          </a:xfrm>
          <a:prstGeom prst="rect">
            <a:avLst/>
          </a:prstGeom>
          <a:noFill/>
          <a:ln>
            <a:noFill/>
          </a:ln>
        </p:spPr>
        <p:txBody>
          <a:bodyPr spcFirstLastPara="1" wrap="square" lIns="407475" tIns="203725" rIns="407475" bIns="203725" anchor="b" anchorCtr="0">
            <a:noAutofit/>
          </a:bodyPr>
          <a:lstStyle>
            <a:lvl1pPr lvl="0" algn="l">
              <a:spcBef>
                <a:spcPts val="0"/>
              </a:spcBef>
              <a:spcAft>
                <a:spcPts val="0"/>
              </a:spcAft>
              <a:buClr>
                <a:schemeClr val="dk1"/>
              </a:buClr>
              <a:buSzPts val="8900"/>
              <a:buFont typeface="Calibri"/>
              <a:buNone/>
              <a:defRPr sz="89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7527610" y="2777913"/>
            <a:ext cx="23042881" cy="18653759"/>
          </a:xfrm>
          <a:prstGeom prst="rect">
            <a:avLst/>
          </a:prstGeom>
          <a:noFill/>
          <a:ln>
            <a:noFill/>
          </a:ln>
        </p:spPr>
        <p:txBody>
          <a:bodyPr spcFirstLastPara="1" wrap="square" lIns="407475" tIns="203725" rIns="407475" bIns="203725" anchor="t" anchorCtr="0">
            <a:noAutofit/>
          </a:bodyPr>
          <a:lstStyle>
            <a:lvl1pPr marR="0" lvl="0" algn="l" rtl="0">
              <a:spcBef>
                <a:spcPts val="2860"/>
              </a:spcBef>
              <a:spcAft>
                <a:spcPts val="0"/>
              </a:spcAft>
              <a:buClr>
                <a:schemeClr val="dk1"/>
              </a:buClr>
              <a:buSzPts val="14300"/>
              <a:buFont typeface="Arial"/>
              <a:buNone/>
              <a:defRPr sz="14300" b="0" i="0" u="none" strike="noStrike" cap="none">
                <a:solidFill>
                  <a:schemeClr val="dk1"/>
                </a:solidFill>
                <a:latin typeface="Calibri"/>
                <a:ea typeface="Calibri"/>
                <a:cs typeface="Calibri"/>
                <a:sym typeface="Calibri"/>
              </a:defRPr>
            </a:lvl1pPr>
            <a:lvl2pPr marR="0" lvl="1" algn="l" rtl="0">
              <a:spcBef>
                <a:spcPts val="2500"/>
              </a:spcBef>
              <a:spcAft>
                <a:spcPts val="0"/>
              </a:spcAft>
              <a:buClr>
                <a:schemeClr val="dk1"/>
              </a:buClr>
              <a:buSzPts val="12500"/>
              <a:buFont typeface="Arial"/>
              <a:buNone/>
              <a:defRPr sz="12500" b="0" i="0" u="none" strike="noStrike" cap="none">
                <a:solidFill>
                  <a:schemeClr val="dk1"/>
                </a:solidFill>
                <a:latin typeface="Calibri"/>
                <a:ea typeface="Calibri"/>
                <a:cs typeface="Calibri"/>
                <a:sym typeface="Calibri"/>
              </a:defRPr>
            </a:lvl2pPr>
            <a:lvl3pPr marR="0" lvl="2" algn="l" rtl="0">
              <a:spcBef>
                <a:spcPts val="2140"/>
              </a:spcBef>
              <a:spcAft>
                <a:spcPts val="0"/>
              </a:spcAft>
              <a:buClr>
                <a:schemeClr val="dk1"/>
              </a:buClr>
              <a:buSzPts val="10700"/>
              <a:buFont typeface="Arial"/>
              <a:buNone/>
              <a:defRPr sz="10700" b="0" i="0" u="none" strike="noStrike" cap="none">
                <a:solidFill>
                  <a:schemeClr val="dk1"/>
                </a:solidFill>
                <a:latin typeface="Calibri"/>
                <a:ea typeface="Calibri"/>
                <a:cs typeface="Calibri"/>
                <a:sym typeface="Calibri"/>
              </a:defRPr>
            </a:lvl3pPr>
            <a:lvl4pPr marR="0" lvl="3" algn="l" rtl="0">
              <a:spcBef>
                <a:spcPts val="1780"/>
              </a:spcBef>
              <a:spcAft>
                <a:spcPts val="0"/>
              </a:spcAft>
              <a:buClr>
                <a:schemeClr val="dk1"/>
              </a:buClr>
              <a:buSzPts val="8900"/>
              <a:buFont typeface="Arial"/>
              <a:buNone/>
              <a:defRPr sz="8900" b="0" i="0" u="none" strike="noStrike" cap="none">
                <a:solidFill>
                  <a:schemeClr val="dk1"/>
                </a:solidFill>
                <a:latin typeface="Calibri"/>
                <a:ea typeface="Calibri"/>
                <a:cs typeface="Calibri"/>
                <a:sym typeface="Calibri"/>
              </a:defRPr>
            </a:lvl4pPr>
            <a:lvl5pPr marR="0" lvl="4" algn="l" rtl="0">
              <a:spcBef>
                <a:spcPts val="1780"/>
              </a:spcBef>
              <a:spcAft>
                <a:spcPts val="0"/>
              </a:spcAft>
              <a:buClr>
                <a:schemeClr val="dk1"/>
              </a:buClr>
              <a:buSzPts val="8900"/>
              <a:buFont typeface="Arial"/>
              <a:buNone/>
              <a:defRPr sz="8900" b="0" i="0" u="none" strike="noStrike" cap="none">
                <a:solidFill>
                  <a:schemeClr val="dk1"/>
                </a:solidFill>
                <a:latin typeface="Calibri"/>
                <a:ea typeface="Calibri"/>
                <a:cs typeface="Calibri"/>
                <a:sym typeface="Calibri"/>
              </a:defRPr>
            </a:lvl5pPr>
            <a:lvl6pPr marR="0" lvl="5" algn="l" rtl="0">
              <a:spcBef>
                <a:spcPts val="1780"/>
              </a:spcBef>
              <a:spcAft>
                <a:spcPts val="0"/>
              </a:spcAft>
              <a:buClr>
                <a:schemeClr val="dk1"/>
              </a:buClr>
              <a:buSzPts val="8900"/>
              <a:buFont typeface="Arial"/>
              <a:buNone/>
              <a:defRPr sz="8900" b="0" i="0" u="none" strike="noStrike" cap="none">
                <a:solidFill>
                  <a:schemeClr val="dk1"/>
                </a:solidFill>
                <a:latin typeface="Calibri"/>
                <a:ea typeface="Calibri"/>
                <a:cs typeface="Calibri"/>
                <a:sym typeface="Calibri"/>
              </a:defRPr>
            </a:lvl6pPr>
            <a:lvl7pPr marR="0" lvl="6" algn="l" rtl="0">
              <a:spcBef>
                <a:spcPts val="1780"/>
              </a:spcBef>
              <a:spcAft>
                <a:spcPts val="0"/>
              </a:spcAft>
              <a:buClr>
                <a:schemeClr val="dk1"/>
              </a:buClr>
              <a:buSzPts val="8900"/>
              <a:buFont typeface="Arial"/>
              <a:buNone/>
              <a:defRPr sz="8900" b="0" i="0" u="none" strike="noStrike" cap="none">
                <a:solidFill>
                  <a:schemeClr val="dk1"/>
                </a:solidFill>
                <a:latin typeface="Calibri"/>
                <a:ea typeface="Calibri"/>
                <a:cs typeface="Calibri"/>
                <a:sym typeface="Calibri"/>
              </a:defRPr>
            </a:lvl7pPr>
            <a:lvl8pPr marR="0" lvl="7" algn="l" rtl="0">
              <a:spcBef>
                <a:spcPts val="1780"/>
              </a:spcBef>
              <a:spcAft>
                <a:spcPts val="0"/>
              </a:spcAft>
              <a:buClr>
                <a:schemeClr val="dk1"/>
              </a:buClr>
              <a:buSzPts val="8900"/>
              <a:buFont typeface="Arial"/>
              <a:buNone/>
              <a:defRPr sz="8900" b="0" i="0" u="none" strike="noStrike" cap="none">
                <a:solidFill>
                  <a:schemeClr val="dk1"/>
                </a:solidFill>
                <a:latin typeface="Calibri"/>
                <a:ea typeface="Calibri"/>
                <a:cs typeface="Calibri"/>
                <a:sym typeface="Calibri"/>
              </a:defRPr>
            </a:lvl8pPr>
            <a:lvl9pPr marR="0" lvl="8" algn="l" rtl="0">
              <a:spcBef>
                <a:spcPts val="1780"/>
              </a:spcBef>
              <a:spcAft>
                <a:spcPts val="0"/>
              </a:spcAft>
              <a:buClr>
                <a:schemeClr val="dk1"/>
              </a:buClr>
              <a:buSzPts val="8900"/>
              <a:buFont typeface="Arial"/>
              <a:buNone/>
              <a:defRPr sz="89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7527610" y="24331931"/>
            <a:ext cx="23042881" cy="3648708"/>
          </a:xfrm>
          <a:prstGeom prst="rect">
            <a:avLst/>
          </a:prstGeom>
          <a:noFill/>
          <a:ln>
            <a:noFill/>
          </a:ln>
        </p:spPr>
        <p:txBody>
          <a:bodyPr spcFirstLastPara="1" wrap="square" lIns="407475" tIns="203725" rIns="407475" bIns="203725" anchor="t" anchorCtr="0">
            <a:noAutofit/>
          </a:bodyPr>
          <a:lstStyle>
            <a:lvl1pPr marL="457200" lvl="0" indent="-228600" algn="l">
              <a:spcBef>
                <a:spcPts val="1240"/>
              </a:spcBef>
              <a:spcAft>
                <a:spcPts val="0"/>
              </a:spcAft>
              <a:buClr>
                <a:schemeClr val="dk1"/>
              </a:buClr>
              <a:buSzPts val="6200"/>
              <a:buNone/>
              <a:defRPr sz="6200"/>
            </a:lvl1pPr>
            <a:lvl2pPr marL="914400" lvl="1" indent="-228600" algn="l">
              <a:spcBef>
                <a:spcPts val="1060"/>
              </a:spcBef>
              <a:spcAft>
                <a:spcPts val="0"/>
              </a:spcAft>
              <a:buClr>
                <a:schemeClr val="dk1"/>
              </a:buClr>
              <a:buSzPts val="5300"/>
              <a:buNone/>
              <a:defRPr sz="5300"/>
            </a:lvl2pPr>
            <a:lvl3pPr marL="1371600" lvl="2" indent="-228600" algn="l">
              <a:spcBef>
                <a:spcPts val="900"/>
              </a:spcBef>
              <a:spcAft>
                <a:spcPts val="0"/>
              </a:spcAft>
              <a:buClr>
                <a:schemeClr val="dk1"/>
              </a:buClr>
              <a:buSzPts val="4500"/>
              <a:buNone/>
              <a:defRPr sz="4500"/>
            </a:lvl3pPr>
            <a:lvl4pPr marL="1828800" lvl="3" indent="-228600" algn="l">
              <a:spcBef>
                <a:spcPts val="800"/>
              </a:spcBef>
              <a:spcAft>
                <a:spcPts val="0"/>
              </a:spcAft>
              <a:buClr>
                <a:schemeClr val="dk1"/>
              </a:buClr>
              <a:buSzPts val="4000"/>
              <a:buNone/>
              <a:defRPr sz="4000"/>
            </a:lvl4pPr>
            <a:lvl5pPr marL="2286000" lvl="4" indent="-228600" algn="l">
              <a:spcBef>
                <a:spcPts val="800"/>
              </a:spcBef>
              <a:spcAft>
                <a:spcPts val="0"/>
              </a:spcAft>
              <a:buClr>
                <a:schemeClr val="dk1"/>
              </a:buClr>
              <a:buSzPts val="4000"/>
              <a:buNone/>
              <a:defRPr sz="4000"/>
            </a:lvl5pPr>
            <a:lvl6pPr marL="2743200" lvl="5" indent="-228600" algn="l">
              <a:spcBef>
                <a:spcPts val="800"/>
              </a:spcBef>
              <a:spcAft>
                <a:spcPts val="0"/>
              </a:spcAft>
              <a:buClr>
                <a:schemeClr val="dk1"/>
              </a:buClr>
              <a:buSzPts val="4000"/>
              <a:buNone/>
              <a:defRPr sz="4000"/>
            </a:lvl6pPr>
            <a:lvl7pPr marL="3200400" lvl="6" indent="-228600" algn="l">
              <a:spcBef>
                <a:spcPts val="800"/>
              </a:spcBef>
              <a:spcAft>
                <a:spcPts val="0"/>
              </a:spcAft>
              <a:buClr>
                <a:schemeClr val="dk1"/>
              </a:buClr>
              <a:buSzPts val="4000"/>
              <a:buNone/>
              <a:defRPr sz="4000"/>
            </a:lvl7pPr>
            <a:lvl8pPr marL="3657600" lvl="7" indent="-228600" algn="l">
              <a:spcBef>
                <a:spcPts val="800"/>
              </a:spcBef>
              <a:spcAft>
                <a:spcPts val="0"/>
              </a:spcAft>
              <a:buClr>
                <a:schemeClr val="dk1"/>
              </a:buClr>
              <a:buSzPts val="4000"/>
              <a:buNone/>
              <a:defRPr sz="4000"/>
            </a:lvl8pPr>
            <a:lvl9pPr marL="4114800" lvl="8" indent="-228600" algn="l">
              <a:spcBef>
                <a:spcPts val="800"/>
              </a:spcBef>
              <a:spcAft>
                <a:spcPts val="0"/>
              </a:spcAft>
              <a:buClr>
                <a:schemeClr val="dk1"/>
              </a:buClr>
              <a:buSzPts val="4000"/>
              <a:buNone/>
              <a:defRPr sz="4000"/>
            </a:lvl9pPr>
          </a:lstStyle>
          <a:p>
            <a:endParaRPr/>
          </a:p>
        </p:txBody>
      </p:sp>
      <p:sp>
        <p:nvSpPr>
          <p:cNvPr id="69" name="Google Shape;69;p10"/>
          <p:cNvSpPr txBox="1">
            <a:spLocks noGrp="1"/>
          </p:cNvSpPr>
          <p:nvPr>
            <p:ph type="dt" idx="10"/>
          </p:nvPr>
        </p:nvSpPr>
        <p:spPr>
          <a:xfrm>
            <a:off x="1920240" y="28815456"/>
            <a:ext cx="8961120" cy="1655233"/>
          </a:xfrm>
          <a:prstGeom prst="rect">
            <a:avLst/>
          </a:prstGeom>
          <a:noFill/>
          <a:ln>
            <a:noFill/>
          </a:ln>
        </p:spPr>
        <p:txBody>
          <a:bodyPr spcFirstLastPara="1" wrap="square" lIns="407475" tIns="203725" rIns="407475" bIns="203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13121641" y="28815456"/>
            <a:ext cx="12161520" cy="1655233"/>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27523441" y="28815456"/>
            <a:ext cx="8961120" cy="1655233"/>
          </a:xfrm>
          <a:prstGeom prst="rect">
            <a:avLst/>
          </a:prstGeom>
          <a:noFill/>
          <a:ln>
            <a:noFill/>
          </a:ln>
        </p:spPr>
        <p:txBody>
          <a:bodyPr spcFirstLastPara="1" wrap="square" lIns="407475" tIns="203725" rIns="407475" bIns="203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1920240" y="1245027"/>
            <a:ext cx="34564319" cy="5181600"/>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8943550" y="230933"/>
            <a:ext cx="20517700" cy="34564319"/>
          </a:xfrm>
          <a:prstGeom prst="rect">
            <a:avLst/>
          </a:prstGeom>
          <a:noFill/>
          <a:ln>
            <a:noFill/>
          </a:ln>
        </p:spPr>
        <p:txBody>
          <a:bodyPr spcFirstLastPara="1" wrap="square" lIns="407475" tIns="203725" rIns="407475" bIns="2037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1920240" y="28815456"/>
            <a:ext cx="8961120" cy="1655233"/>
          </a:xfrm>
          <a:prstGeom prst="rect">
            <a:avLst/>
          </a:prstGeom>
          <a:noFill/>
          <a:ln>
            <a:noFill/>
          </a:ln>
        </p:spPr>
        <p:txBody>
          <a:bodyPr spcFirstLastPara="1" wrap="square" lIns="407475" tIns="203725" rIns="407475" bIns="203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13121641" y="28815456"/>
            <a:ext cx="12161520" cy="1655233"/>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27523441" y="28815456"/>
            <a:ext cx="8961120" cy="1655233"/>
          </a:xfrm>
          <a:prstGeom prst="rect">
            <a:avLst/>
          </a:prstGeom>
          <a:noFill/>
          <a:ln>
            <a:noFill/>
          </a:ln>
        </p:spPr>
        <p:txBody>
          <a:bodyPr spcFirstLastPara="1" wrap="square" lIns="407475" tIns="203725" rIns="407475" bIns="203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18900563" y="10187945"/>
            <a:ext cx="26526913" cy="8641080"/>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298364" y="1866904"/>
            <a:ext cx="26526913" cy="25283160"/>
          </a:xfrm>
          <a:prstGeom prst="rect">
            <a:avLst/>
          </a:prstGeom>
          <a:noFill/>
          <a:ln>
            <a:noFill/>
          </a:ln>
        </p:spPr>
        <p:txBody>
          <a:bodyPr spcFirstLastPara="1" wrap="square" lIns="407475" tIns="203725" rIns="407475" bIns="2037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1920240" y="28815456"/>
            <a:ext cx="8961120" cy="1655233"/>
          </a:xfrm>
          <a:prstGeom prst="rect">
            <a:avLst/>
          </a:prstGeom>
          <a:noFill/>
          <a:ln>
            <a:noFill/>
          </a:ln>
        </p:spPr>
        <p:txBody>
          <a:bodyPr spcFirstLastPara="1" wrap="square" lIns="407475" tIns="203725" rIns="407475" bIns="2037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13121641" y="28815456"/>
            <a:ext cx="12161520" cy="1655233"/>
          </a:xfrm>
          <a:prstGeom prst="rect">
            <a:avLst/>
          </a:prstGeom>
          <a:noFill/>
          <a:ln>
            <a:noFill/>
          </a:ln>
        </p:spPr>
        <p:txBody>
          <a:bodyPr spcFirstLastPara="1" wrap="square" lIns="407475" tIns="203725" rIns="407475" bIns="2037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27523441" y="28815456"/>
            <a:ext cx="8961120" cy="1655233"/>
          </a:xfrm>
          <a:prstGeom prst="rect">
            <a:avLst/>
          </a:prstGeom>
          <a:noFill/>
          <a:ln>
            <a:noFill/>
          </a:ln>
        </p:spPr>
        <p:txBody>
          <a:bodyPr spcFirstLastPara="1" wrap="square" lIns="407475" tIns="203725" rIns="407475" bIns="2037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920240" y="1245027"/>
            <a:ext cx="34564319" cy="5181600"/>
          </a:xfrm>
          <a:prstGeom prst="rect">
            <a:avLst/>
          </a:prstGeom>
          <a:noFill/>
          <a:ln>
            <a:noFill/>
          </a:ln>
        </p:spPr>
        <p:txBody>
          <a:bodyPr spcFirstLastPara="1" wrap="square" lIns="407475" tIns="203725" rIns="407475" bIns="203725" anchor="ctr" anchorCtr="0">
            <a:noAutofit/>
          </a:bodyPr>
          <a:lstStyle>
            <a:lvl1pPr marR="0" lvl="0" algn="ctr" rtl="0">
              <a:spcBef>
                <a:spcPts val="0"/>
              </a:spcBef>
              <a:spcAft>
                <a:spcPts val="0"/>
              </a:spcAft>
              <a:buClr>
                <a:schemeClr val="dk1"/>
              </a:buClr>
              <a:buSzPts val="19600"/>
              <a:buFont typeface="Calibri"/>
              <a:buNone/>
              <a:defRPr sz="19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920240" y="7254242"/>
            <a:ext cx="34564319" cy="20517700"/>
          </a:xfrm>
          <a:prstGeom prst="rect">
            <a:avLst/>
          </a:prstGeom>
          <a:noFill/>
          <a:ln>
            <a:noFill/>
          </a:ln>
        </p:spPr>
        <p:txBody>
          <a:bodyPr spcFirstLastPara="1" wrap="square" lIns="407475" tIns="203725" rIns="407475" bIns="203725" anchor="t" anchorCtr="0">
            <a:noAutofit/>
          </a:bodyPr>
          <a:lstStyle>
            <a:lvl1pPr marL="457200" marR="0" lvl="0" indent="-1136650" algn="l" rtl="0">
              <a:spcBef>
                <a:spcPts val="2860"/>
              </a:spcBef>
              <a:spcAft>
                <a:spcPts val="0"/>
              </a:spcAft>
              <a:buClr>
                <a:schemeClr val="dk1"/>
              </a:buClr>
              <a:buSzPts val="14300"/>
              <a:buFont typeface="Arial"/>
              <a:buChar char="•"/>
              <a:defRPr sz="14300" b="0" i="0" u="none" strike="noStrike" cap="none">
                <a:solidFill>
                  <a:schemeClr val="dk1"/>
                </a:solidFill>
                <a:latin typeface="Calibri"/>
                <a:ea typeface="Calibri"/>
                <a:cs typeface="Calibri"/>
                <a:sym typeface="Calibri"/>
              </a:defRPr>
            </a:lvl1pPr>
            <a:lvl2pPr marL="914400" marR="0" lvl="1" indent="-1022350" algn="l" rtl="0">
              <a:spcBef>
                <a:spcPts val="2500"/>
              </a:spcBef>
              <a:spcAft>
                <a:spcPts val="0"/>
              </a:spcAft>
              <a:buClr>
                <a:schemeClr val="dk1"/>
              </a:buClr>
              <a:buSzPts val="12500"/>
              <a:buFont typeface="Arial"/>
              <a:buChar char="–"/>
              <a:defRPr sz="12500" b="0" i="0" u="none" strike="noStrike" cap="none">
                <a:solidFill>
                  <a:schemeClr val="dk1"/>
                </a:solidFill>
                <a:latin typeface="Calibri"/>
                <a:ea typeface="Calibri"/>
                <a:cs typeface="Calibri"/>
                <a:sym typeface="Calibri"/>
              </a:defRPr>
            </a:lvl2pPr>
            <a:lvl3pPr marL="1371600" marR="0" lvl="2" indent="-908050" algn="l" rtl="0">
              <a:spcBef>
                <a:spcPts val="2140"/>
              </a:spcBef>
              <a:spcAft>
                <a:spcPts val="0"/>
              </a:spcAft>
              <a:buClr>
                <a:schemeClr val="dk1"/>
              </a:buClr>
              <a:buSzPts val="10700"/>
              <a:buFont typeface="Arial"/>
              <a:buChar char="•"/>
              <a:defRPr sz="10700" b="0" i="0" u="none" strike="noStrike" cap="none">
                <a:solidFill>
                  <a:schemeClr val="dk1"/>
                </a:solidFill>
                <a:latin typeface="Calibri"/>
                <a:ea typeface="Calibri"/>
                <a:cs typeface="Calibri"/>
                <a:sym typeface="Calibri"/>
              </a:defRPr>
            </a:lvl3pPr>
            <a:lvl4pPr marL="1828800" marR="0" lvl="3" indent="-793750" algn="l" rtl="0">
              <a:spcBef>
                <a:spcPts val="1780"/>
              </a:spcBef>
              <a:spcAft>
                <a:spcPts val="0"/>
              </a:spcAft>
              <a:buClr>
                <a:schemeClr val="dk1"/>
              </a:buClr>
              <a:buSzPts val="8900"/>
              <a:buFont typeface="Arial"/>
              <a:buChar char="–"/>
              <a:defRPr sz="8900" b="0" i="0" u="none" strike="noStrike" cap="none">
                <a:solidFill>
                  <a:schemeClr val="dk1"/>
                </a:solidFill>
                <a:latin typeface="Calibri"/>
                <a:ea typeface="Calibri"/>
                <a:cs typeface="Calibri"/>
                <a:sym typeface="Calibri"/>
              </a:defRPr>
            </a:lvl4pPr>
            <a:lvl5pPr marL="2286000" marR="0" lvl="4" indent="-793750" algn="l" rtl="0">
              <a:spcBef>
                <a:spcPts val="1780"/>
              </a:spcBef>
              <a:spcAft>
                <a:spcPts val="0"/>
              </a:spcAft>
              <a:buClr>
                <a:schemeClr val="dk1"/>
              </a:buClr>
              <a:buSzPts val="8900"/>
              <a:buFont typeface="Arial"/>
              <a:buChar char="»"/>
              <a:defRPr sz="8900" b="0" i="0" u="none" strike="noStrike" cap="none">
                <a:solidFill>
                  <a:schemeClr val="dk1"/>
                </a:solidFill>
                <a:latin typeface="Calibri"/>
                <a:ea typeface="Calibri"/>
                <a:cs typeface="Calibri"/>
                <a:sym typeface="Calibri"/>
              </a:defRPr>
            </a:lvl5pPr>
            <a:lvl6pPr marL="2743200" marR="0" lvl="5" indent="-793750" algn="l" rtl="0">
              <a:spcBef>
                <a:spcPts val="1780"/>
              </a:spcBef>
              <a:spcAft>
                <a:spcPts val="0"/>
              </a:spcAft>
              <a:buClr>
                <a:schemeClr val="dk1"/>
              </a:buClr>
              <a:buSzPts val="8900"/>
              <a:buFont typeface="Arial"/>
              <a:buChar char="•"/>
              <a:defRPr sz="8900" b="0" i="0" u="none" strike="noStrike" cap="none">
                <a:solidFill>
                  <a:schemeClr val="dk1"/>
                </a:solidFill>
                <a:latin typeface="Calibri"/>
                <a:ea typeface="Calibri"/>
                <a:cs typeface="Calibri"/>
                <a:sym typeface="Calibri"/>
              </a:defRPr>
            </a:lvl6pPr>
            <a:lvl7pPr marL="3200400" marR="0" lvl="6" indent="-793750" algn="l" rtl="0">
              <a:spcBef>
                <a:spcPts val="1780"/>
              </a:spcBef>
              <a:spcAft>
                <a:spcPts val="0"/>
              </a:spcAft>
              <a:buClr>
                <a:schemeClr val="dk1"/>
              </a:buClr>
              <a:buSzPts val="8900"/>
              <a:buFont typeface="Arial"/>
              <a:buChar char="•"/>
              <a:defRPr sz="8900" b="0" i="0" u="none" strike="noStrike" cap="none">
                <a:solidFill>
                  <a:schemeClr val="dk1"/>
                </a:solidFill>
                <a:latin typeface="Calibri"/>
                <a:ea typeface="Calibri"/>
                <a:cs typeface="Calibri"/>
                <a:sym typeface="Calibri"/>
              </a:defRPr>
            </a:lvl7pPr>
            <a:lvl8pPr marL="3657600" marR="0" lvl="7" indent="-793750" algn="l" rtl="0">
              <a:spcBef>
                <a:spcPts val="1780"/>
              </a:spcBef>
              <a:spcAft>
                <a:spcPts val="0"/>
              </a:spcAft>
              <a:buClr>
                <a:schemeClr val="dk1"/>
              </a:buClr>
              <a:buSzPts val="8900"/>
              <a:buFont typeface="Arial"/>
              <a:buChar char="•"/>
              <a:defRPr sz="8900" b="0" i="0" u="none" strike="noStrike" cap="none">
                <a:solidFill>
                  <a:schemeClr val="dk1"/>
                </a:solidFill>
                <a:latin typeface="Calibri"/>
                <a:ea typeface="Calibri"/>
                <a:cs typeface="Calibri"/>
                <a:sym typeface="Calibri"/>
              </a:defRPr>
            </a:lvl8pPr>
            <a:lvl9pPr marL="4114800" marR="0" lvl="8" indent="-793750" algn="l" rtl="0">
              <a:spcBef>
                <a:spcPts val="1780"/>
              </a:spcBef>
              <a:spcAft>
                <a:spcPts val="0"/>
              </a:spcAft>
              <a:buClr>
                <a:schemeClr val="dk1"/>
              </a:buClr>
              <a:buSzPts val="8900"/>
              <a:buFont typeface="Arial"/>
              <a:buChar char="•"/>
              <a:defRPr sz="89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1920240" y="28815456"/>
            <a:ext cx="8961120" cy="1655233"/>
          </a:xfrm>
          <a:prstGeom prst="rect">
            <a:avLst/>
          </a:prstGeom>
          <a:noFill/>
          <a:ln>
            <a:noFill/>
          </a:ln>
        </p:spPr>
        <p:txBody>
          <a:bodyPr spcFirstLastPara="1" wrap="square" lIns="407475" tIns="203725" rIns="407475" bIns="203725" anchor="ctr" anchorCtr="0">
            <a:noAutofit/>
          </a:bodyPr>
          <a:lstStyle>
            <a:lvl1pPr marR="0" lvl="0" algn="l" rtl="0">
              <a:spcBef>
                <a:spcPts val="0"/>
              </a:spcBef>
              <a:spcAft>
                <a:spcPts val="0"/>
              </a:spcAft>
              <a:buSzPts val="1400"/>
              <a:buNone/>
              <a:defRPr sz="53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13121641" y="28815456"/>
            <a:ext cx="12161520" cy="1655233"/>
          </a:xfrm>
          <a:prstGeom prst="rect">
            <a:avLst/>
          </a:prstGeom>
          <a:noFill/>
          <a:ln>
            <a:noFill/>
          </a:ln>
        </p:spPr>
        <p:txBody>
          <a:bodyPr spcFirstLastPara="1" wrap="square" lIns="407475" tIns="203725" rIns="407475" bIns="203725" anchor="ctr" anchorCtr="0">
            <a:noAutofit/>
          </a:bodyPr>
          <a:lstStyle>
            <a:lvl1pPr marR="0" lvl="0" algn="ctr" rtl="0">
              <a:spcBef>
                <a:spcPts val="0"/>
              </a:spcBef>
              <a:spcAft>
                <a:spcPts val="0"/>
              </a:spcAft>
              <a:buSzPts val="1400"/>
              <a:buNone/>
              <a:defRPr sz="53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0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27523441" y="28815456"/>
            <a:ext cx="8961120" cy="1655233"/>
          </a:xfrm>
          <a:prstGeom prst="rect">
            <a:avLst/>
          </a:prstGeom>
          <a:noFill/>
          <a:ln>
            <a:noFill/>
          </a:ln>
        </p:spPr>
        <p:txBody>
          <a:bodyPr spcFirstLastPara="1" wrap="square" lIns="407475" tIns="203725" rIns="407475" bIns="203725" anchor="ctr" anchorCtr="0">
            <a:noAutofit/>
          </a:bodyPr>
          <a:lstStyle>
            <a:lvl1pPr marL="0" marR="0" lvl="0" indent="0" algn="r" rtl="0">
              <a:spcBef>
                <a:spcPts val="0"/>
              </a:spcBef>
              <a:buNone/>
              <a:defRPr sz="5300" b="0" i="0" u="none" strike="noStrike" cap="none">
                <a:solidFill>
                  <a:srgbClr val="888888"/>
                </a:solidFill>
                <a:latin typeface="Calibri"/>
                <a:ea typeface="Calibri"/>
                <a:cs typeface="Calibri"/>
                <a:sym typeface="Calibri"/>
              </a:defRPr>
            </a:lvl1pPr>
            <a:lvl2pPr marL="0" marR="0" lvl="1" indent="0" algn="r" rtl="0">
              <a:spcBef>
                <a:spcPts val="0"/>
              </a:spcBef>
              <a:buNone/>
              <a:defRPr sz="5300" b="0" i="0" u="none" strike="noStrike" cap="none">
                <a:solidFill>
                  <a:srgbClr val="888888"/>
                </a:solidFill>
                <a:latin typeface="Calibri"/>
                <a:ea typeface="Calibri"/>
                <a:cs typeface="Calibri"/>
                <a:sym typeface="Calibri"/>
              </a:defRPr>
            </a:lvl2pPr>
            <a:lvl3pPr marL="0" marR="0" lvl="2" indent="0" algn="r" rtl="0">
              <a:spcBef>
                <a:spcPts val="0"/>
              </a:spcBef>
              <a:buNone/>
              <a:defRPr sz="5300" b="0" i="0" u="none" strike="noStrike" cap="none">
                <a:solidFill>
                  <a:srgbClr val="888888"/>
                </a:solidFill>
                <a:latin typeface="Calibri"/>
                <a:ea typeface="Calibri"/>
                <a:cs typeface="Calibri"/>
                <a:sym typeface="Calibri"/>
              </a:defRPr>
            </a:lvl3pPr>
            <a:lvl4pPr marL="0" marR="0" lvl="3" indent="0" algn="r" rtl="0">
              <a:spcBef>
                <a:spcPts val="0"/>
              </a:spcBef>
              <a:buNone/>
              <a:defRPr sz="5300" b="0" i="0" u="none" strike="noStrike" cap="none">
                <a:solidFill>
                  <a:srgbClr val="888888"/>
                </a:solidFill>
                <a:latin typeface="Calibri"/>
                <a:ea typeface="Calibri"/>
                <a:cs typeface="Calibri"/>
                <a:sym typeface="Calibri"/>
              </a:defRPr>
            </a:lvl4pPr>
            <a:lvl5pPr marL="0" marR="0" lvl="4" indent="0" algn="r" rtl="0">
              <a:spcBef>
                <a:spcPts val="0"/>
              </a:spcBef>
              <a:buNone/>
              <a:defRPr sz="5300" b="0" i="0" u="none" strike="noStrike" cap="none">
                <a:solidFill>
                  <a:srgbClr val="888888"/>
                </a:solidFill>
                <a:latin typeface="Calibri"/>
                <a:ea typeface="Calibri"/>
                <a:cs typeface="Calibri"/>
                <a:sym typeface="Calibri"/>
              </a:defRPr>
            </a:lvl5pPr>
            <a:lvl6pPr marL="0" marR="0" lvl="5" indent="0" algn="r" rtl="0">
              <a:spcBef>
                <a:spcPts val="0"/>
              </a:spcBef>
              <a:buNone/>
              <a:defRPr sz="5300" b="0" i="0" u="none" strike="noStrike" cap="none">
                <a:solidFill>
                  <a:srgbClr val="888888"/>
                </a:solidFill>
                <a:latin typeface="Calibri"/>
                <a:ea typeface="Calibri"/>
                <a:cs typeface="Calibri"/>
                <a:sym typeface="Calibri"/>
              </a:defRPr>
            </a:lvl6pPr>
            <a:lvl7pPr marL="0" marR="0" lvl="6" indent="0" algn="r" rtl="0">
              <a:spcBef>
                <a:spcPts val="0"/>
              </a:spcBef>
              <a:buNone/>
              <a:defRPr sz="5300" b="0" i="0" u="none" strike="noStrike" cap="none">
                <a:solidFill>
                  <a:srgbClr val="888888"/>
                </a:solidFill>
                <a:latin typeface="Calibri"/>
                <a:ea typeface="Calibri"/>
                <a:cs typeface="Calibri"/>
                <a:sym typeface="Calibri"/>
              </a:defRPr>
            </a:lvl7pPr>
            <a:lvl8pPr marL="0" marR="0" lvl="7" indent="0" algn="r" rtl="0">
              <a:spcBef>
                <a:spcPts val="0"/>
              </a:spcBef>
              <a:buNone/>
              <a:defRPr sz="5300" b="0" i="0" u="none" strike="noStrike" cap="none">
                <a:solidFill>
                  <a:srgbClr val="888888"/>
                </a:solidFill>
                <a:latin typeface="Calibri"/>
                <a:ea typeface="Calibri"/>
                <a:cs typeface="Calibri"/>
                <a:sym typeface="Calibri"/>
              </a:defRPr>
            </a:lvl8pPr>
            <a:lvl9pPr marL="0" marR="0" lvl="8" indent="0" algn="r" rtl="0">
              <a:spcBef>
                <a:spcPts val="0"/>
              </a:spcBef>
              <a:buNone/>
              <a:defRPr sz="5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paddlingmag.com/trips/destinations/best-whitewater-towns/" TargetMode="External"/><Relationship Id="rId7" Type="http://schemas.openxmlformats.org/officeDocument/2006/relationships/hyperlink" Target="https://github.com/jeremybjohnson/GIS-Geocoding/blob/main/20%20Whitewater%20Towns%20with%20Brew%20Pubs.xlsx"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github.com/jeremybjohnson/GIS-Geocoding" TargetMode="External"/><Relationship Id="rId5" Type="http://schemas.openxmlformats.org/officeDocument/2006/relationships/hyperlink" Target="https://www.openbrewerydb.org/" TargetMode="External"/><Relationship Id="rId4" Type="http://schemas.openxmlformats.org/officeDocument/2006/relationships/hyperlink" Target="https://www.tripadvisor.com/Articles-lZE3ni5GqgOc-Best_white_water_rafting_trips_usa.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title"/>
          </p:nvPr>
        </p:nvSpPr>
        <p:spPr>
          <a:xfrm>
            <a:off x="0" y="-305699"/>
            <a:ext cx="38404800" cy="3670200"/>
          </a:xfrm>
          <a:prstGeom prst="rect">
            <a:avLst/>
          </a:prstGeom>
          <a:noFill/>
          <a:ln>
            <a:noFill/>
          </a:ln>
        </p:spPr>
        <p:txBody>
          <a:bodyPr spcFirstLastPara="1" wrap="square" lIns="407475" tIns="203725" rIns="407475" bIns="203725" anchor="ctr" anchorCtr="0">
            <a:noAutofit/>
          </a:bodyPr>
          <a:lstStyle/>
          <a:p>
            <a:pPr marL="0" lvl="0" indent="0" algn="ctr" rtl="0">
              <a:spcBef>
                <a:spcPts val="0"/>
              </a:spcBef>
              <a:spcAft>
                <a:spcPts val="0"/>
              </a:spcAft>
              <a:buClr>
                <a:schemeClr val="dk1"/>
              </a:buClr>
              <a:buSzPts val="8000"/>
              <a:buFont typeface="Calibri"/>
              <a:buNone/>
            </a:pPr>
            <a:r>
              <a:rPr lang="en-US" sz="8000" b="1" dirty="0"/>
              <a:t>Top 57 Whitewater Towns in the United States and Canda</a:t>
            </a:r>
            <a:endParaRPr dirty="0"/>
          </a:p>
        </p:txBody>
      </p:sp>
      <p:sp>
        <p:nvSpPr>
          <p:cNvPr id="89" name="Google Shape;89;p13"/>
          <p:cNvSpPr txBox="1"/>
          <p:nvPr/>
        </p:nvSpPr>
        <p:spPr>
          <a:xfrm>
            <a:off x="889001" y="3548028"/>
            <a:ext cx="7912200" cy="1351200"/>
          </a:xfrm>
          <a:prstGeom prst="rect">
            <a:avLst/>
          </a:prstGeom>
          <a:noFill/>
          <a:ln>
            <a:noFill/>
          </a:ln>
        </p:spPr>
        <p:txBody>
          <a:bodyPr spcFirstLastPara="1" wrap="square" lIns="118850" tIns="59425" rIns="118850" bIns="59425" anchor="t" anchorCtr="0">
            <a:noAutofit/>
          </a:bodyPr>
          <a:lstStyle/>
          <a:p>
            <a:pPr marL="0" marR="0" lvl="0" indent="0" algn="l" rtl="0">
              <a:spcBef>
                <a:spcPts val="0"/>
              </a:spcBef>
              <a:spcAft>
                <a:spcPts val="0"/>
              </a:spcAft>
              <a:buNone/>
            </a:pPr>
            <a:r>
              <a:rPr lang="en-US" sz="8000" b="0" i="0" u="none" strike="noStrike" cap="none">
                <a:solidFill>
                  <a:schemeClr val="dk1"/>
                </a:solidFill>
                <a:latin typeface="Calibri"/>
                <a:ea typeface="Calibri"/>
                <a:cs typeface="Calibri"/>
                <a:sym typeface="Calibri"/>
              </a:rPr>
              <a:t>Introduction</a:t>
            </a:r>
            <a:endParaRPr/>
          </a:p>
        </p:txBody>
      </p:sp>
      <p:sp>
        <p:nvSpPr>
          <p:cNvPr id="90" name="Google Shape;90;p13"/>
          <p:cNvSpPr txBox="1"/>
          <p:nvPr/>
        </p:nvSpPr>
        <p:spPr>
          <a:xfrm>
            <a:off x="889001" y="4999036"/>
            <a:ext cx="11272500" cy="7583010"/>
          </a:xfrm>
          <a:prstGeom prst="rect">
            <a:avLst/>
          </a:prstGeom>
          <a:noFill/>
          <a:ln>
            <a:noFill/>
          </a:ln>
        </p:spPr>
        <p:txBody>
          <a:bodyPr spcFirstLastPara="1" wrap="square" lIns="118850" tIns="59425" rIns="118850" bIns="59425" anchor="t" anchorCtr="0">
            <a:noAutofit/>
          </a:bodyPr>
          <a:lstStyle/>
          <a:p>
            <a:pPr marL="0" lvl="0" indent="0" algn="just" rtl="0">
              <a:lnSpc>
                <a:spcPct val="100000"/>
              </a:lnSpc>
              <a:spcBef>
                <a:spcPts val="1200"/>
              </a:spcBef>
              <a:spcAft>
                <a:spcPts val="0"/>
              </a:spcAft>
              <a:buClr>
                <a:schemeClr val="dk1"/>
              </a:buClr>
              <a:buSzPts val="1100"/>
              <a:buFont typeface="Arial"/>
              <a:buNone/>
            </a:pPr>
            <a:r>
              <a:rPr lang="en-US" sz="4200" dirty="0">
                <a:solidFill>
                  <a:schemeClr val="dk1"/>
                </a:solidFill>
                <a:latin typeface="Calibri"/>
                <a:ea typeface="Calibri"/>
                <a:cs typeface="Calibri"/>
                <a:sym typeface="Calibri"/>
              </a:rPr>
              <a:t>Whitewater kayaking is an exhilarating way to spend your free time. Sometimes it can be hard to find the best places to get out and enjoy the rapids.  It’s also nice to enjoy a microbrew after your day at a local brew pub.</a:t>
            </a:r>
          </a:p>
          <a:p>
            <a:pPr marL="0" lvl="0" indent="0" algn="just" rtl="0">
              <a:lnSpc>
                <a:spcPct val="100000"/>
              </a:lnSpc>
              <a:spcBef>
                <a:spcPts val="1200"/>
              </a:spcBef>
              <a:spcAft>
                <a:spcPts val="0"/>
              </a:spcAft>
              <a:buClr>
                <a:schemeClr val="dk1"/>
              </a:buClr>
              <a:buSzPts val="1100"/>
              <a:buFont typeface="Arial"/>
              <a:buNone/>
            </a:pPr>
            <a:r>
              <a:rPr lang="en-US" sz="4200" dirty="0">
                <a:solidFill>
                  <a:schemeClr val="dk1"/>
                </a:solidFill>
                <a:latin typeface="Calibri"/>
                <a:ea typeface="Calibri"/>
                <a:cs typeface="Calibri"/>
                <a:sym typeface="Calibri"/>
              </a:rPr>
              <a:t>This map, and accompanying list, outline the 20 best towns to enjoy your next adventure that are within 20 miles of a brew pub. </a:t>
            </a:r>
          </a:p>
          <a:p>
            <a:pPr marL="0" lvl="0" indent="0" algn="just" rtl="0">
              <a:lnSpc>
                <a:spcPct val="100000"/>
              </a:lnSpc>
              <a:spcBef>
                <a:spcPts val="1200"/>
              </a:spcBef>
              <a:spcAft>
                <a:spcPts val="0"/>
              </a:spcAft>
              <a:buClr>
                <a:schemeClr val="dk1"/>
              </a:buClr>
              <a:buSzPts val="1100"/>
              <a:buFont typeface="Arial"/>
              <a:buNone/>
            </a:pPr>
            <a:r>
              <a:rPr lang="en-US" sz="4200" dirty="0">
                <a:solidFill>
                  <a:schemeClr val="dk1"/>
                </a:solidFill>
                <a:latin typeface="Calibri"/>
                <a:ea typeface="Calibri"/>
                <a:cs typeface="Calibri"/>
                <a:sym typeface="Calibri"/>
              </a:rPr>
              <a:t>They are based on rankings and reviews from Paddling Magazine and Tripadvisor. The brew pub list comes from Open Brewery DB.</a:t>
            </a:r>
            <a:endParaRPr sz="4200" dirty="0">
              <a:solidFill>
                <a:schemeClr val="dk1"/>
              </a:solidFill>
              <a:latin typeface="Calibri"/>
              <a:ea typeface="Calibri"/>
              <a:cs typeface="Calibri"/>
              <a:sym typeface="Calibri"/>
            </a:endParaRPr>
          </a:p>
          <a:p>
            <a:pPr marL="0" marR="0" lvl="0" indent="0" algn="just" rtl="0">
              <a:spcBef>
                <a:spcPts val="1200"/>
              </a:spcBef>
              <a:spcAft>
                <a:spcPts val="0"/>
              </a:spcAft>
              <a:buNone/>
            </a:pPr>
            <a:endParaRPr sz="4200" dirty="0">
              <a:solidFill>
                <a:schemeClr val="dk1"/>
              </a:solidFill>
              <a:latin typeface="Calibri"/>
              <a:ea typeface="Calibri"/>
              <a:cs typeface="Calibri"/>
              <a:sym typeface="Calibri"/>
            </a:endParaRPr>
          </a:p>
        </p:txBody>
      </p:sp>
      <p:sp>
        <p:nvSpPr>
          <p:cNvPr id="91" name="Google Shape;91;p13"/>
          <p:cNvSpPr txBox="1"/>
          <p:nvPr/>
        </p:nvSpPr>
        <p:spPr>
          <a:xfrm>
            <a:off x="889001" y="12582046"/>
            <a:ext cx="11236961" cy="1351200"/>
          </a:xfrm>
          <a:prstGeom prst="rect">
            <a:avLst/>
          </a:prstGeom>
          <a:noFill/>
          <a:ln>
            <a:noFill/>
          </a:ln>
        </p:spPr>
        <p:txBody>
          <a:bodyPr spcFirstLastPara="1" wrap="square" lIns="118850" tIns="59425" rIns="118850" bIns="59425" anchor="t" anchorCtr="0">
            <a:noAutofit/>
          </a:bodyPr>
          <a:lstStyle/>
          <a:p>
            <a:pPr marL="0" marR="0" lvl="0" indent="0" algn="l" rtl="0">
              <a:spcBef>
                <a:spcPts val="0"/>
              </a:spcBef>
              <a:spcAft>
                <a:spcPts val="0"/>
              </a:spcAft>
              <a:buNone/>
            </a:pPr>
            <a:r>
              <a:rPr lang="en-US" sz="8000">
                <a:solidFill>
                  <a:schemeClr val="dk1"/>
                </a:solidFill>
                <a:latin typeface="Calibri"/>
                <a:ea typeface="Calibri"/>
                <a:cs typeface="Calibri"/>
                <a:sym typeface="Calibri"/>
              </a:rPr>
              <a:t>Data</a:t>
            </a:r>
            <a:endParaRPr/>
          </a:p>
        </p:txBody>
      </p:sp>
      <p:sp>
        <p:nvSpPr>
          <p:cNvPr id="92" name="Google Shape;92;p13"/>
          <p:cNvSpPr txBox="1"/>
          <p:nvPr/>
        </p:nvSpPr>
        <p:spPr>
          <a:xfrm>
            <a:off x="889001" y="14079944"/>
            <a:ext cx="11201400" cy="5555404"/>
          </a:xfrm>
          <a:prstGeom prst="rect">
            <a:avLst/>
          </a:prstGeom>
          <a:noFill/>
          <a:ln>
            <a:noFill/>
          </a:ln>
        </p:spPr>
        <p:txBody>
          <a:bodyPr spcFirstLastPara="1" wrap="square" lIns="118850" tIns="59425" rIns="118850" bIns="59425" anchor="t" anchorCtr="0">
            <a:noAutofit/>
          </a:bodyPr>
          <a:lstStyle/>
          <a:p>
            <a:pPr marL="0" lvl="0" indent="0" algn="just" rtl="0">
              <a:spcBef>
                <a:spcPts val="0"/>
              </a:spcBef>
              <a:spcAft>
                <a:spcPts val="0"/>
              </a:spcAft>
              <a:buClr>
                <a:schemeClr val="dk1"/>
              </a:buClr>
              <a:buFont typeface="Arial"/>
              <a:buNone/>
            </a:pPr>
            <a:r>
              <a:rPr lang="en-US" sz="4200" dirty="0">
                <a:solidFill>
                  <a:schemeClr val="dk1"/>
                </a:solidFill>
                <a:latin typeface="Calibri"/>
                <a:ea typeface="Calibri"/>
                <a:cs typeface="Calibri"/>
                <a:sym typeface="Calibri"/>
              </a:rPr>
              <a:t>The original data sets were gathered from three sources:  </a:t>
            </a:r>
            <a:endParaRPr sz="4200" dirty="0">
              <a:solidFill>
                <a:schemeClr val="dk1"/>
              </a:solidFill>
              <a:latin typeface="Calibri"/>
              <a:ea typeface="Calibri"/>
              <a:cs typeface="Calibri"/>
              <a:sym typeface="Calibri"/>
            </a:endParaRPr>
          </a:p>
          <a:p>
            <a:pPr marL="457200" lvl="0" indent="-495300" algn="just" rtl="0">
              <a:spcBef>
                <a:spcPts val="0"/>
              </a:spcBef>
              <a:spcAft>
                <a:spcPts val="0"/>
              </a:spcAft>
              <a:buClr>
                <a:schemeClr val="dk1"/>
              </a:buClr>
              <a:buSzPts val="4200"/>
              <a:buFont typeface="Calibri"/>
              <a:buChar char="●"/>
            </a:pPr>
            <a:r>
              <a:rPr lang="en-US" sz="4200" dirty="0">
                <a:solidFill>
                  <a:schemeClr val="dk1"/>
                </a:solidFill>
                <a:latin typeface="Calibri"/>
                <a:ea typeface="Calibri"/>
                <a:cs typeface="Calibri"/>
                <a:sym typeface="Calibri"/>
              </a:rPr>
              <a:t>The Paddling Magazine article </a:t>
            </a:r>
            <a:r>
              <a:rPr lang="en-US" sz="4200" i="1" dirty="0">
                <a:solidFill>
                  <a:schemeClr val="dk1"/>
                </a:solidFill>
                <a:latin typeface="Calibri"/>
                <a:ea typeface="Calibri"/>
                <a:cs typeface="Calibri"/>
                <a:sym typeface="Calibri"/>
                <a:hlinkClick r:id="rId3"/>
              </a:rPr>
              <a:t>50 Of The Best Whitewater Towns To Visit before You Die</a:t>
            </a:r>
            <a:r>
              <a:rPr lang="en-US" sz="4200" dirty="0">
                <a:solidFill>
                  <a:schemeClr val="dk1"/>
                </a:solidFill>
                <a:latin typeface="Calibri"/>
                <a:ea typeface="Calibri"/>
                <a:cs typeface="Calibri"/>
                <a:sym typeface="Calibri"/>
              </a:rPr>
              <a:t>.</a:t>
            </a:r>
            <a:endParaRPr sz="4200" dirty="0">
              <a:solidFill>
                <a:schemeClr val="dk1"/>
              </a:solidFill>
              <a:latin typeface="Calibri"/>
              <a:ea typeface="Calibri"/>
              <a:cs typeface="Calibri"/>
              <a:sym typeface="Calibri"/>
            </a:endParaRPr>
          </a:p>
          <a:p>
            <a:pPr marL="457200" lvl="0" indent="-495300" algn="just" rtl="0">
              <a:spcBef>
                <a:spcPts val="0"/>
              </a:spcBef>
              <a:spcAft>
                <a:spcPts val="0"/>
              </a:spcAft>
              <a:buClr>
                <a:schemeClr val="dk1"/>
              </a:buClr>
              <a:buSzPts val="4200"/>
              <a:buFont typeface="Calibri"/>
              <a:buChar char="●"/>
            </a:pPr>
            <a:r>
              <a:rPr lang="en-US" sz="4200" dirty="0">
                <a:solidFill>
                  <a:schemeClr val="dk1"/>
                </a:solidFill>
                <a:latin typeface="Calibri"/>
                <a:ea typeface="Calibri"/>
                <a:cs typeface="Calibri"/>
                <a:sym typeface="Calibri"/>
              </a:rPr>
              <a:t>Tripadvisor </a:t>
            </a:r>
            <a:r>
              <a:rPr lang="en-US" sz="4200" i="1" dirty="0">
                <a:solidFill>
                  <a:schemeClr val="dk1"/>
                </a:solidFill>
                <a:latin typeface="Calibri"/>
                <a:ea typeface="Calibri"/>
                <a:cs typeface="Calibri"/>
                <a:sym typeface="Calibri"/>
                <a:hlinkClick r:id="rId4"/>
              </a:rPr>
              <a:t>20 Amazing White Water Rafting Trips In The USA</a:t>
            </a:r>
            <a:r>
              <a:rPr lang="en-US" sz="4200" dirty="0">
                <a:solidFill>
                  <a:schemeClr val="dk1"/>
                </a:solidFill>
                <a:latin typeface="Calibri"/>
                <a:ea typeface="Calibri"/>
                <a:cs typeface="Calibri"/>
                <a:sym typeface="Calibri"/>
              </a:rPr>
              <a:t>.</a:t>
            </a:r>
          </a:p>
          <a:p>
            <a:pPr marL="457200" lvl="0" indent="-495300" algn="just" rtl="0">
              <a:spcBef>
                <a:spcPts val="0"/>
              </a:spcBef>
              <a:spcAft>
                <a:spcPts val="0"/>
              </a:spcAft>
              <a:buClr>
                <a:schemeClr val="dk1"/>
              </a:buClr>
              <a:buSzPts val="4200"/>
              <a:buFont typeface="Calibri"/>
              <a:buChar char="●"/>
            </a:pPr>
            <a:r>
              <a:rPr lang="en-US" sz="4200" dirty="0">
                <a:solidFill>
                  <a:schemeClr val="dk1"/>
                </a:solidFill>
                <a:latin typeface="Calibri"/>
                <a:ea typeface="Calibri"/>
                <a:cs typeface="Calibri"/>
                <a:sym typeface="Calibri"/>
                <a:hlinkClick r:id="rId5"/>
              </a:rPr>
              <a:t>Open Brewery DB</a:t>
            </a:r>
            <a:endParaRPr lang="en-US" sz="4200" dirty="0">
              <a:solidFill>
                <a:schemeClr val="dk1"/>
              </a:solidFill>
              <a:latin typeface="Calibri"/>
              <a:ea typeface="Calibri"/>
              <a:cs typeface="Calibri"/>
              <a:sym typeface="Calibri"/>
            </a:endParaRPr>
          </a:p>
          <a:p>
            <a:pPr marL="457200" lvl="0" indent="-495300" algn="just" rtl="0">
              <a:spcBef>
                <a:spcPts val="0"/>
              </a:spcBef>
              <a:spcAft>
                <a:spcPts val="0"/>
              </a:spcAft>
              <a:buClr>
                <a:schemeClr val="dk1"/>
              </a:buClr>
              <a:buSzPts val="4200"/>
              <a:buFont typeface="Calibri"/>
              <a:buChar char="●"/>
            </a:pPr>
            <a:r>
              <a:rPr lang="en-US" sz="4200" dirty="0">
                <a:solidFill>
                  <a:schemeClr val="dk1"/>
                </a:solidFill>
                <a:latin typeface="Calibri"/>
                <a:ea typeface="Calibri"/>
                <a:cs typeface="Calibri"/>
                <a:sym typeface="Calibri"/>
              </a:rPr>
              <a:t>All files </a:t>
            </a:r>
            <a:r>
              <a:rPr lang="en-US" sz="4200">
                <a:solidFill>
                  <a:schemeClr val="dk1"/>
                </a:solidFill>
                <a:latin typeface="Calibri"/>
                <a:ea typeface="Calibri"/>
                <a:cs typeface="Calibri"/>
                <a:sym typeface="Calibri"/>
              </a:rPr>
              <a:t>are saved on </a:t>
            </a:r>
            <a:r>
              <a:rPr lang="en-US" sz="4200">
                <a:solidFill>
                  <a:schemeClr val="dk1"/>
                </a:solidFill>
                <a:latin typeface="Calibri"/>
                <a:ea typeface="Calibri"/>
                <a:cs typeface="Calibri"/>
                <a:sym typeface="Calibri"/>
                <a:hlinkClick r:id="rId6"/>
              </a:rPr>
              <a:t>GitHub</a:t>
            </a:r>
            <a:endParaRPr lang="en-US" sz="4200" dirty="0">
              <a:solidFill>
                <a:schemeClr val="dk1"/>
              </a:solidFill>
              <a:latin typeface="Calibri"/>
              <a:ea typeface="Calibri"/>
              <a:cs typeface="Calibri"/>
              <a:sym typeface="Calibri"/>
            </a:endParaRPr>
          </a:p>
        </p:txBody>
      </p:sp>
      <p:sp>
        <p:nvSpPr>
          <p:cNvPr id="93" name="Google Shape;93;p13"/>
          <p:cNvSpPr txBox="1"/>
          <p:nvPr/>
        </p:nvSpPr>
        <p:spPr>
          <a:xfrm>
            <a:off x="13362872" y="16617834"/>
            <a:ext cx="17424300" cy="1351200"/>
          </a:xfrm>
          <a:prstGeom prst="rect">
            <a:avLst/>
          </a:prstGeom>
          <a:noFill/>
          <a:ln>
            <a:noFill/>
          </a:ln>
        </p:spPr>
        <p:txBody>
          <a:bodyPr spcFirstLastPara="1" wrap="square" lIns="118850" tIns="59425" rIns="118850" bIns="59425" anchor="t" anchorCtr="0">
            <a:noAutofit/>
          </a:bodyPr>
          <a:lstStyle/>
          <a:p>
            <a:pPr marL="0" marR="0" lvl="0" indent="0" algn="l" rtl="0">
              <a:spcBef>
                <a:spcPts val="0"/>
              </a:spcBef>
              <a:spcAft>
                <a:spcPts val="0"/>
              </a:spcAft>
              <a:buNone/>
            </a:pPr>
            <a:r>
              <a:rPr lang="en-US" sz="8000">
                <a:solidFill>
                  <a:schemeClr val="dk1"/>
                </a:solidFill>
                <a:latin typeface="Calibri"/>
                <a:ea typeface="Calibri"/>
                <a:cs typeface="Calibri"/>
                <a:sym typeface="Calibri"/>
              </a:rPr>
              <a:t>Results</a:t>
            </a:r>
            <a:endParaRPr/>
          </a:p>
        </p:txBody>
      </p:sp>
      <p:sp>
        <p:nvSpPr>
          <p:cNvPr id="94" name="Google Shape;94;p13"/>
          <p:cNvSpPr txBox="1"/>
          <p:nvPr/>
        </p:nvSpPr>
        <p:spPr>
          <a:xfrm>
            <a:off x="13362881" y="17969043"/>
            <a:ext cx="11121300" cy="9756043"/>
          </a:xfrm>
          <a:prstGeom prst="rect">
            <a:avLst/>
          </a:prstGeom>
          <a:noFill/>
          <a:ln>
            <a:noFill/>
          </a:ln>
        </p:spPr>
        <p:txBody>
          <a:bodyPr spcFirstLastPara="1" wrap="square" lIns="118850" tIns="59425" rIns="118850" bIns="59425" anchor="t" anchorCtr="0">
            <a:noAutofit/>
          </a:bodyPr>
          <a:lstStyle/>
          <a:p>
            <a:pPr marL="0" lvl="0" indent="0" algn="just" rtl="0">
              <a:lnSpc>
                <a:spcPct val="100000"/>
              </a:lnSpc>
              <a:spcBef>
                <a:spcPts val="1200"/>
              </a:spcBef>
              <a:spcAft>
                <a:spcPts val="0"/>
              </a:spcAft>
              <a:buClr>
                <a:schemeClr val="dk1"/>
              </a:buClr>
              <a:buSzPts val="1100"/>
              <a:buFont typeface="Arial"/>
              <a:buNone/>
            </a:pPr>
            <a:r>
              <a:rPr lang="en-US" sz="4200" dirty="0">
                <a:solidFill>
                  <a:schemeClr val="dk1"/>
                </a:solidFill>
                <a:latin typeface="Calibri"/>
                <a:ea typeface="Calibri"/>
                <a:cs typeface="Calibri"/>
                <a:sym typeface="Calibri"/>
              </a:rPr>
              <a:t>There are a total of 41 top rated towns for whitewater in the Continental United States.</a:t>
            </a:r>
          </a:p>
          <a:p>
            <a:pPr marL="0" lvl="0" indent="0" algn="just" rtl="0">
              <a:lnSpc>
                <a:spcPct val="100000"/>
              </a:lnSpc>
              <a:spcBef>
                <a:spcPts val="1200"/>
              </a:spcBef>
              <a:spcAft>
                <a:spcPts val="0"/>
              </a:spcAft>
              <a:buClr>
                <a:schemeClr val="dk1"/>
              </a:buClr>
              <a:buSzPts val="1100"/>
              <a:buFont typeface="Arial"/>
              <a:buNone/>
            </a:pPr>
            <a:endParaRPr lang="en-US" sz="4200" dirty="0">
              <a:solidFill>
                <a:schemeClr val="dk1"/>
              </a:solidFill>
              <a:latin typeface="Calibri"/>
              <a:ea typeface="Calibri"/>
              <a:cs typeface="Calibri"/>
              <a:sym typeface="Calibri"/>
            </a:endParaRPr>
          </a:p>
          <a:p>
            <a:pPr marL="0" lvl="0" indent="0" algn="just" rtl="0">
              <a:lnSpc>
                <a:spcPct val="100000"/>
              </a:lnSpc>
              <a:spcBef>
                <a:spcPts val="1200"/>
              </a:spcBef>
              <a:spcAft>
                <a:spcPts val="0"/>
              </a:spcAft>
              <a:buClr>
                <a:schemeClr val="dk1"/>
              </a:buClr>
              <a:buSzPts val="1100"/>
              <a:buFont typeface="Arial"/>
              <a:buNone/>
            </a:pPr>
            <a:r>
              <a:rPr lang="en-US" sz="4200" dirty="0">
                <a:solidFill>
                  <a:schemeClr val="dk1"/>
                </a:solidFill>
                <a:latin typeface="Calibri"/>
                <a:ea typeface="Calibri"/>
                <a:cs typeface="Calibri"/>
                <a:sym typeface="Calibri"/>
              </a:rPr>
              <a:t>Of those 41 towns, 20 have a brew pub withing 20 miles of their location.</a:t>
            </a:r>
          </a:p>
          <a:p>
            <a:pPr marL="0" lvl="0" indent="0" algn="just" rtl="0">
              <a:lnSpc>
                <a:spcPct val="100000"/>
              </a:lnSpc>
              <a:spcBef>
                <a:spcPts val="1200"/>
              </a:spcBef>
              <a:spcAft>
                <a:spcPts val="0"/>
              </a:spcAft>
              <a:buClr>
                <a:schemeClr val="dk1"/>
              </a:buClr>
              <a:buSzPts val="1100"/>
              <a:buFont typeface="Arial"/>
              <a:buNone/>
            </a:pPr>
            <a:endParaRPr lang="en-US" sz="4200" dirty="0">
              <a:solidFill>
                <a:schemeClr val="dk1"/>
              </a:solidFill>
              <a:latin typeface="Calibri"/>
              <a:ea typeface="Calibri"/>
              <a:cs typeface="Calibri"/>
              <a:sym typeface="Calibri"/>
            </a:endParaRPr>
          </a:p>
          <a:p>
            <a:pPr marL="0" lvl="0" indent="0" algn="just" rtl="0">
              <a:lnSpc>
                <a:spcPct val="100000"/>
              </a:lnSpc>
              <a:spcBef>
                <a:spcPts val="1200"/>
              </a:spcBef>
              <a:spcAft>
                <a:spcPts val="0"/>
              </a:spcAft>
              <a:buClr>
                <a:schemeClr val="dk1"/>
              </a:buClr>
              <a:buSzPts val="1100"/>
              <a:buFont typeface="Arial"/>
              <a:buNone/>
            </a:pPr>
            <a:r>
              <a:rPr lang="en-US" sz="4200" dirty="0">
                <a:solidFill>
                  <a:schemeClr val="dk1"/>
                </a:solidFill>
                <a:latin typeface="Calibri"/>
                <a:ea typeface="Calibri"/>
                <a:cs typeface="Calibri"/>
                <a:sym typeface="Calibri"/>
              </a:rPr>
              <a:t>This is a link to the </a:t>
            </a:r>
            <a:r>
              <a:rPr lang="en-US" sz="4200" dirty="0">
                <a:solidFill>
                  <a:schemeClr val="dk1"/>
                </a:solidFill>
                <a:latin typeface="Calibri"/>
                <a:ea typeface="Calibri"/>
                <a:cs typeface="Calibri"/>
                <a:sym typeface="Calibri"/>
                <a:hlinkClick r:id="rId7"/>
              </a:rPr>
              <a:t>20 Best Whitewater Towns in the Continental US Withing 20 Miles of a Brew Pub</a:t>
            </a:r>
            <a:r>
              <a:rPr lang="en-US" sz="4200" dirty="0">
                <a:solidFill>
                  <a:schemeClr val="dk1"/>
                </a:solidFill>
                <a:latin typeface="Calibri"/>
                <a:ea typeface="Calibri"/>
                <a:cs typeface="Calibri"/>
                <a:sym typeface="Calibri"/>
              </a:rPr>
              <a:t>.</a:t>
            </a:r>
            <a:endParaRPr sz="4200" dirty="0">
              <a:solidFill>
                <a:schemeClr val="dk1"/>
              </a:solidFill>
              <a:latin typeface="Calibri"/>
              <a:ea typeface="Calibri"/>
              <a:cs typeface="Calibri"/>
              <a:sym typeface="Calibri"/>
            </a:endParaRPr>
          </a:p>
          <a:p>
            <a:pPr marL="0" lvl="0" indent="0" algn="just" rtl="0">
              <a:spcBef>
                <a:spcPts val="1200"/>
              </a:spcBef>
              <a:spcAft>
                <a:spcPts val="0"/>
              </a:spcAft>
              <a:buClr>
                <a:schemeClr val="dk1"/>
              </a:buClr>
              <a:buFont typeface="Arial"/>
              <a:buNone/>
            </a:pPr>
            <a:endParaRPr sz="3600" dirty="0">
              <a:solidFill>
                <a:schemeClr val="dk1"/>
              </a:solidFill>
              <a:latin typeface="Calibri"/>
              <a:ea typeface="Calibri"/>
              <a:cs typeface="Calibri"/>
              <a:sym typeface="Calibri"/>
            </a:endParaRPr>
          </a:p>
        </p:txBody>
      </p:sp>
      <p:sp>
        <p:nvSpPr>
          <p:cNvPr id="95" name="Google Shape;95;p13"/>
          <p:cNvSpPr txBox="1"/>
          <p:nvPr/>
        </p:nvSpPr>
        <p:spPr>
          <a:xfrm>
            <a:off x="13933714" y="14869200"/>
            <a:ext cx="22462157" cy="953744"/>
          </a:xfrm>
          <a:prstGeom prst="rect">
            <a:avLst/>
          </a:prstGeom>
          <a:noFill/>
          <a:ln w="9525" cap="flat" cmpd="sng">
            <a:solidFill>
              <a:schemeClr val="dk1"/>
            </a:solidFill>
            <a:prstDash val="solid"/>
            <a:round/>
            <a:headEnd type="none" w="sm" len="sm"/>
            <a:tailEnd type="none" w="sm" len="sm"/>
          </a:ln>
        </p:spPr>
        <p:txBody>
          <a:bodyPr spcFirstLastPara="1" wrap="square" lIns="118850" tIns="59425" rIns="118850" bIns="59425" anchor="t" anchorCtr="0">
            <a:noAutofit/>
          </a:bodyPr>
          <a:lstStyle/>
          <a:p>
            <a:pPr marL="0" marR="0" lvl="0" indent="0" algn="just" rtl="0">
              <a:spcBef>
                <a:spcPts val="0"/>
              </a:spcBef>
              <a:spcAft>
                <a:spcPts val="0"/>
              </a:spcAft>
              <a:buNone/>
            </a:pPr>
            <a:r>
              <a:rPr lang="en-US" sz="3700" b="1" u="sng" dirty="0">
                <a:solidFill>
                  <a:schemeClr val="dk1"/>
                </a:solidFill>
                <a:highlight>
                  <a:schemeClr val="lt1"/>
                </a:highlight>
                <a:latin typeface="Calibri"/>
                <a:ea typeface="Calibri"/>
                <a:cs typeface="Calibri"/>
                <a:sym typeface="Calibri"/>
              </a:rPr>
              <a:t>Figure 1</a:t>
            </a:r>
            <a:r>
              <a:rPr lang="en-US" sz="3700" dirty="0">
                <a:solidFill>
                  <a:schemeClr val="dk1"/>
                </a:solidFill>
                <a:highlight>
                  <a:schemeClr val="lt1"/>
                </a:highlight>
                <a:latin typeface="Calibri"/>
                <a:ea typeface="Calibri"/>
                <a:cs typeface="Calibri"/>
                <a:sym typeface="Calibri"/>
              </a:rPr>
              <a:t>: Locations of the 20 top whitewater towns in the Continental United States Within 20 Miles of a Brew Pub. </a:t>
            </a:r>
            <a:endParaRPr sz="3700" dirty="0">
              <a:solidFill>
                <a:schemeClr val="dk1"/>
              </a:solidFill>
              <a:highlight>
                <a:schemeClr val="lt1"/>
              </a:highlight>
              <a:latin typeface="Calibri"/>
              <a:ea typeface="Calibri"/>
              <a:cs typeface="Calibri"/>
              <a:sym typeface="Calibri"/>
            </a:endParaRPr>
          </a:p>
        </p:txBody>
      </p:sp>
      <p:sp>
        <p:nvSpPr>
          <p:cNvPr id="96" name="Google Shape;96;p13"/>
          <p:cNvSpPr txBox="1"/>
          <p:nvPr/>
        </p:nvSpPr>
        <p:spPr>
          <a:xfrm>
            <a:off x="26319650" y="16617845"/>
            <a:ext cx="17424300" cy="1351200"/>
          </a:xfrm>
          <a:prstGeom prst="rect">
            <a:avLst/>
          </a:prstGeom>
          <a:noFill/>
          <a:ln>
            <a:noFill/>
          </a:ln>
        </p:spPr>
        <p:txBody>
          <a:bodyPr spcFirstLastPara="1" wrap="square" lIns="118850" tIns="59425" rIns="118850" bIns="59425" anchor="t" anchorCtr="0">
            <a:noAutofit/>
          </a:bodyPr>
          <a:lstStyle/>
          <a:p>
            <a:pPr marL="0" marR="0" lvl="0" indent="0" algn="l" rtl="0">
              <a:spcBef>
                <a:spcPts val="0"/>
              </a:spcBef>
              <a:spcAft>
                <a:spcPts val="0"/>
              </a:spcAft>
              <a:buNone/>
            </a:pPr>
            <a:r>
              <a:rPr lang="en-US" sz="8000">
                <a:solidFill>
                  <a:schemeClr val="dk1"/>
                </a:solidFill>
                <a:latin typeface="Calibri"/>
                <a:ea typeface="Calibri"/>
                <a:cs typeface="Calibri"/>
                <a:sym typeface="Calibri"/>
              </a:rPr>
              <a:t>Conclusion</a:t>
            </a:r>
            <a:endParaRPr/>
          </a:p>
        </p:txBody>
      </p:sp>
      <p:sp>
        <p:nvSpPr>
          <p:cNvPr id="97" name="Google Shape;97;p13"/>
          <p:cNvSpPr txBox="1"/>
          <p:nvPr/>
        </p:nvSpPr>
        <p:spPr>
          <a:xfrm>
            <a:off x="26319641" y="17969035"/>
            <a:ext cx="11121300" cy="12206166"/>
          </a:xfrm>
          <a:prstGeom prst="rect">
            <a:avLst/>
          </a:prstGeom>
          <a:noFill/>
          <a:ln>
            <a:noFill/>
          </a:ln>
        </p:spPr>
        <p:txBody>
          <a:bodyPr spcFirstLastPara="1" wrap="square" lIns="118850" tIns="59425" rIns="118850" bIns="59425" anchor="t" anchorCtr="0">
            <a:noAutofit/>
          </a:bodyPr>
          <a:lstStyle/>
          <a:p>
            <a:pPr marL="0" lvl="0" indent="0" algn="just" rtl="0">
              <a:spcBef>
                <a:spcPts val="1200"/>
              </a:spcBef>
              <a:spcAft>
                <a:spcPts val="0"/>
              </a:spcAft>
              <a:buClr>
                <a:schemeClr val="dk1"/>
              </a:buClr>
              <a:buSzPts val="1100"/>
              <a:buFont typeface="Arial"/>
              <a:buNone/>
            </a:pPr>
            <a:r>
              <a:rPr lang="en-US" sz="4200" dirty="0">
                <a:solidFill>
                  <a:schemeClr val="dk1"/>
                </a:solidFill>
                <a:latin typeface="Calibri"/>
                <a:ea typeface="Calibri"/>
                <a:cs typeface="Calibri"/>
                <a:sym typeface="Calibri"/>
              </a:rPr>
              <a:t>An important factor associated with enjoying your next whitewater adventure is to find the best places to run the rapids.</a:t>
            </a:r>
          </a:p>
          <a:p>
            <a:pPr marL="0" lvl="0" indent="0" algn="just" rtl="0">
              <a:spcBef>
                <a:spcPts val="1200"/>
              </a:spcBef>
              <a:spcAft>
                <a:spcPts val="0"/>
              </a:spcAft>
              <a:buClr>
                <a:schemeClr val="dk1"/>
              </a:buClr>
              <a:buSzPts val="1100"/>
              <a:buFont typeface="Arial"/>
              <a:buNone/>
            </a:pPr>
            <a:endParaRPr lang="en-US" sz="4200" dirty="0">
              <a:solidFill>
                <a:schemeClr val="dk1"/>
              </a:solidFill>
              <a:latin typeface="Calibri"/>
              <a:ea typeface="Calibri"/>
              <a:cs typeface="Calibri"/>
              <a:sym typeface="Calibri"/>
            </a:endParaRPr>
          </a:p>
          <a:p>
            <a:pPr marL="0" lvl="0" indent="0" algn="just" rtl="0">
              <a:spcBef>
                <a:spcPts val="1200"/>
              </a:spcBef>
              <a:spcAft>
                <a:spcPts val="0"/>
              </a:spcAft>
              <a:buClr>
                <a:schemeClr val="dk1"/>
              </a:buClr>
              <a:buSzPts val="1100"/>
              <a:buFont typeface="Arial"/>
              <a:buNone/>
            </a:pPr>
            <a:r>
              <a:rPr lang="en-US" sz="4200" dirty="0">
                <a:solidFill>
                  <a:schemeClr val="dk1"/>
                </a:solidFill>
                <a:latin typeface="Calibri"/>
                <a:ea typeface="Calibri"/>
                <a:cs typeface="Calibri"/>
                <a:sym typeface="Calibri"/>
              </a:rPr>
              <a:t>Another thing to consider is where you want to grab a good beer and a meal afterwards.</a:t>
            </a:r>
          </a:p>
          <a:p>
            <a:pPr marL="0" lvl="0" indent="0" algn="just" rtl="0">
              <a:spcBef>
                <a:spcPts val="1200"/>
              </a:spcBef>
              <a:spcAft>
                <a:spcPts val="0"/>
              </a:spcAft>
              <a:buClr>
                <a:schemeClr val="dk1"/>
              </a:buClr>
              <a:buSzPts val="1100"/>
              <a:buFont typeface="Arial"/>
              <a:buNone/>
            </a:pPr>
            <a:endParaRPr lang="en-US" sz="4200" dirty="0">
              <a:solidFill>
                <a:schemeClr val="dk1"/>
              </a:solidFill>
              <a:latin typeface="Calibri"/>
              <a:ea typeface="Calibri"/>
              <a:cs typeface="Calibri"/>
              <a:sym typeface="Calibri"/>
            </a:endParaRPr>
          </a:p>
          <a:p>
            <a:pPr marL="0" lvl="0" indent="0" algn="just" rtl="0">
              <a:spcBef>
                <a:spcPts val="1200"/>
              </a:spcBef>
              <a:spcAft>
                <a:spcPts val="0"/>
              </a:spcAft>
              <a:buClr>
                <a:schemeClr val="dk1"/>
              </a:buClr>
              <a:buSzPts val="1100"/>
              <a:buFont typeface="Arial"/>
              <a:buNone/>
            </a:pPr>
            <a:r>
              <a:rPr lang="en-US" sz="4200" dirty="0">
                <a:solidFill>
                  <a:schemeClr val="dk1"/>
                </a:solidFill>
                <a:latin typeface="Calibri"/>
                <a:ea typeface="Calibri"/>
                <a:cs typeface="Calibri"/>
                <a:sym typeface="Calibri"/>
              </a:rPr>
              <a:t>These sources have outlined the best towns to take your adventure to the next level and enjoy a microbrew after your day playing in the river.</a:t>
            </a:r>
          </a:p>
          <a:p>
            <a:pPr marL="0" lvl="0" indent="0" algn="just" rtl="0">
              <a:spcBef>
                <a:spcPts val="1200"/>
              </a:spcBef>
              <a:spcAft>
                <a:spcPts val="0"/>
              </a:spcAft>
              <a:buClr>
                <a:schemeClr val="dk1"/>
              </a:buClr>
              <a:buSzPts val="1100"/>
              <a:buFont typeface="Arial"/>
              <a:buNone/>
            </a:pPr>
            <a:endParaRPr lang="en-US" sz="4200" dirty="0">
              <a:solidFill>
                <a:schemeClr val="dk1"/>
              </a:solidFill>
              <a:latin typeface="Calibri"/>
              <a:ea typeface="Calibri"/>
              <a:cs typeface="Calibri"/>
              <a:sym typeface="Calibri"/>
            </a:endParaRPr>
          </a:p>
          <a:p>
            <a:pPr marL="0" lvl="0" indent="0" algn="just" rtl="0">
              <a:spcBef>
                <a:spcPts val="1200"/>
              </a:spcBef>
              <a:spcAft>
                <a:spcPts val="0"/>
              </a:spcAft>
              <a:buClr>
                <a:schemeClr val="dk1"/>
              </a:buClr>
              <a:buSzPts val="1100"/>
              <a:buFont typeface="Arial"/>
              <a:buNone/>
            </a:pPr>
            <a:r>
              <a:rPr lang="en-US" sz="4200" dirty="0">
                <a:solidFill>
                  <a:schemeClr val="dk1"/>
                </a:solidFill>
                <a:latin typeface="Calibri"/>
                <a:ea typeface="Calibri"/>
                <a:cs typeface="Calibri"/>
                <a:sym typeface="Calibri"/>
              </a:rPr>
              <a:t>Enjoy this “best of” list when planning your next whitewater trip.</a:t>
            </a:r>
          </a:p>
          <a:p>
            <a:pPr marL="0" marR="0" lvl="0" indent="0" algn="just" rtl="0">
              <a:spcBef>
                <a:spcPts val="1200"/>
              </a:spcBef>
              <a:spcAft>
                <a:spcPts val="0"/>
              </a:spcAft>
              <a:buNone/>
            </a:pPr>
            <a:endParaRPr sz="20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US" sz="3900" b="1" dirty="0">
                <a:solidFill>
                  <a:schemeClr val="dk1"/>
                </a:solidFill>
                <a:latin typeface="Calibri"/>
                <a:ea typeface="Calibri"/>
                <a:cs typeface="Calibri"/>
                <a:sym typeface="Calibri"/>
              </a:rPr>
              <a:t>Citation</a:t>
            </a:r>
            <a:r>
              <a:rPr lang="en-US" sz="3900" dirty="0">
                <a:solidFill>
                  <a:schemeClr val="dk1"/>
                </a:solidFill>
                <a:latin typeface="Calibri"/>
                <a:ea typeface="Calibri"/>
                <a:cs typeface="Calibri"/>
                <a:sym typeface="Calibri"/>
              </a:rPr>
              <a:t>: Jeremy Johnson(2025), “</a:t>
            </a:r>
            <a:r>
              <a:rPr lang="en-US" sz="3900" i="1" dirty="0">
                <a:solidFill>
                  <a:schemeClr val="dk1"/>
                </a:solidFill>
                <a:latin typeface="Calibri"/>
                <a:ea typeface="Calibri"/>
                <a:cs typeface="Calibri"/>
                <a:sym typeface="Calibri"/>
              </a:rPr>
              <a:t>Top 57 Whitewater Towns in the United States and Canada</a:t>
            </a:r>
            <a:r>
              <a:rPr lang="en-US" sz="3900" dirty="0">
                <a:solidFill>
                  <a:schemeClr val="dk1"/>
                </a:solidFill>
                <a:latin typeface="Calibri"/>
                <a:ea typeface="Calibri"/>
                <a:cs typeface="Calibri"/>
                <a:sym typeface="Calibri"/>
              </a:rPr>
              <a:t>”. GitHub, </a:t>
            </a:r>
            <a:r>
              <a:rPr lang="en-US" sz="3900" dirty="0">
                <a:solidFill>
                  <a:schemeClr val="dk1"/>
                </a:solidFill>
                <a:latin typeface="Calibri"/>
                <a:ea typeface="Calibri"/>
                <a:cs typeface="Calibri"/>
                <a:sym typeface="Calibri"/>
                <a:hlinkClick r:id="rId6"/>
              </a:rPr>
              <a:t>https://github.com/</a:t>
            </a:r>
            <a:r>
              <a:rPr lang="en-US" sz="3900" dirty="0" err="1">
                <a:solidFill>
                  <a:schemeClr val="dk1"/>
                </a:solidFill>
                <a:latin typeface="Calibri"/>
                <a:ea typeface="Calibri"/>
                <a:cs typeface="Calibri"/>
                <a:sym typeface="Calibri"/>
                <a:hlinkClick r:id="rId6"/>
              </a:rPr>
              <a:t>jeremybjohnson</a:t>
            </a:r>
            <a:r>
              <a:rPr lang="en-US" sz="3900" dirty="0">
                <a:solidFill>
                  <a:schemeClr val="dk1"/>
                </a:solidFill>
                <a:latin typeface="Calibri"/>
                <a:ea typeface="Calibri"/>
                <a:cs typeface="Calibri"/>
                <a:sym typeface="Calibri"/>
                <a:hlinkClick r:id="rId6"/>
              </a:rPr>
              <a:t>/GIS-Geocoding</a:t>
            </a:r>
            <a:endParaRPr sz="4200" dirty="0">
              <a:solidFill>
                <a:schemeClr val="dk1"/>
              </a:solidFill>
              <a:latin typeface="Calibri"/>
              <a:ea typeface="Calibri"/>
              <a:cs typeface="Calibri"/>
              <a:sym typeface="Calibri"/>
            </a:endParaRPr>
          </a:p>
          <a:p>
            <a:pPr marL="0" marR="0" lvl="0" indent="0" algn="just" rtl="0">
              <a:spcBef>
                <a:spcPts val="0"/>
              </a:spcBef>
              <a:spcAft>
                <a:spcPts val="0"/>
              </a:spcAft>
              <a:buNone/>
            </a:pPr>
            <a:endParaRPr sz="4200" dirty="0">
              <a:solidFill>
                <a:schemeClr val="dk1"/>
              </a:solidFill>
              <a:latin typeface="Calibri"/>
              <a:ea typeface="Calibri"/>
              <a:cs typeface="Calibri"/>
              <a:sym typeface="Calibri"/>
            </a:endParaRPr>
          </a:p>
          <a:p>
            <a:pPr marL="0" marR="0" lvl="0" indent="0" algn="just" rtl="0">
              <a:spcBef>
                <a:spcPts val="0"/>
              </a:spcBef>
              <a:spcAft>
                <a:spcPts val="0"/>
              </a:spcAft>
              <a:buNone/>
            </a:pPr>
            <a:endParaRPr sz="4200" dirty="0">
              <a:solidFill>
                <a:schemeClr val="dk1"/>
              </a:solidFill>
              <a:latin typeface="Calibri"/>
              <a:ea typeface="Calibri"/>
              <a:cs typeface="Calibri"/>
              <a:sym typeface="Calibri"/>
            </a:endParaRPr>
          </a:p>
        </p:txBody>
      </p:sp>
      <p:sp>
        <p:nvSpPr>
          <p:cNvPr id="98" name="Google Shape;98;p13"/>
          <p:cNvSpPr txBox="1"/>
          <p:nvPr/>
        </p:nvSpPr>
        <p:spPr>
          <a:xfrm>
            <a:off x="13362872" y="28238827"/>
            <a:ext cx="12287700" cy="1674900"/>
          </a:xfrm>
          <a:prstGeom prst="rect">
            <a:avLst/>
          </a:prstGeom>
          <a:noFill/>
          <a:ln>
            <a:noFill/>
          </a:ln>
        </p:spPr>
        <p:txBody>
          <a:bodyPr spcFirstLastPara="1" wrap="square" lIns="101875" tIns="50925" rIns="101875" bIns="50925" anchor="t" anchorCtr="0">
            <a:noAutofit/>
          </a:bodyPr>
          <a:lstStyle/>
          <a:p>
            <a:pPr marL="0" marR="0" lvl="0" indent="0" rtl="0">
              <a:spcBef>
                <a:spcPts val="0"/>
              </a:spcBef>
              <a:spcAft>
                <a:spcPts val="0"/>
              </a:spcAft>
              <a:buNone/>
            </a:pPr>
            <a:r>
              <a:rPr lang="en-US" sz="4200" u="sng" dirty="0">
                <a:solidFill>
                  <a:schemeClr val="dk1"/>
                </a:solidFill>
                <a:latin typeface="Calibri"/>
                <a:ea typeface="Calibri"/>
                <a:cs typeface="Calibri"/>
                <a:sym typeface="Calibri"/>
              </a:rPr>
              <a:t>Author</a:t>
            </a:r>
            <a:r>
              <a:rPr lang="en-US" sz="4200" dirty="0">
                <a:solidFill>
                  <a:schemeClr val="dk1"/>
                </a:solidFill>
                <a:latin typeface="Calibri"/>
                <a:ea typeface="Calibri"/>
                <a:cs typeface="Calibri"/>
                <a:sym typeface="Calibri"/>
              </a:rPr>
              <a:t>:</a:t>
            </a:r>
            <a:r>
              <a:rPr lang="en-US" sz="300" dirty="0"/>
              <a:t>    </a:t>
            </a:r>
            <a:r>
              <a:rPr lang="en-US" sz="4200" dirty="0">
                <a:solidFill>
                  <a:schemeClr val="dk1"/>
                </a:solidFill>
                <a:latin typeface="Calibri"/>
                <a:cs typeface="Calibri"/>
                <a:sym typeface="Calibri"/>
              </a:rPr>
              <a:t>Jeremy Johnson</a:t>
            </a:r>
            <a:r>
              <a:rPr lang="en-US" sz="4200" dirty="0">
                <a:solidFill>
                  <a:schemeClr val="dk1"/>
                </a:solidFill>
                <a:latin typeface="Calibri"/>
                <a:ea typeface="Calibri"/>
                <a:cs typeface="Calibri"/>
                <a:sym typeface="Calibri"/>
              </a:rPr>
              <a:t>, Houston City College</a:t>
            </a:r>
            <a:endParaRPr sz="4200" dirty="0">
              <a:solidFill>
                <a:schemeClr val="dk1"/>
              </a:solidFill>
              <a:latin typeface="Calibri"/>
              <a:ea typeface="Calibri"/>
              <a:cs typeface="Calibri"/>
              <a:sym typeface="Calibri"/>
            </a:endParaRPr>
          </a:p>
          <a:p>
            <a:pPr marL="0" marR="0" lvl="0" indent="0" rtl="0">
              <a:spcBef>
                <a:spcPts val="0"/>
              </a:spcBef>
              <a:spcAft>
                <a:spcPts val="0"/>
              </a:spcAft>
              <a:buNone/>
            </a:pPr>
            <a:r>
              <a:rPr lang="en-US" sz="4200" dirty="0">
                <a:solidFill>
                  <a:schemeClr val="dk1"/>
                </a:solidFill>
                <a:latin typeface="Calibri"/>
                <a:ea typeface="Calibri"/>
                <a:cs typeface="Calibri"/>
                <a:sym typeface="Calibri"/>
              </a:rPr>
              <a:t>GISC 1411 - Geographic Information Systems, Fall 2025</a:t>
            </a:r>
            <a:endParaRPr sz="4200" dirty="0">
              <a:solidFill>
                <a:schemeClr val="dk1"/>
              </a:solidFill>
              <a:latin typeface="Calibri"/>
              <a:ea typeface="Calibri"/>
              <a:cs typeface="Calibri"/>
              <a:sym typeface="Calibri"/>
            </a:endParaRPr>
          </a:p>
          <a:p>
            <a:pPr marL="0" marR="0" lvl="0" indent="0" algn="l" rtl="0">
              <a:spcBef>
                <a:spcPts val="0"/>
              </a:spcBef>
              <a:spcAft>
                <a:spcPts val="0"/>
              </a:spcAft>
              <a:buNone/>
            </a:pPr>
            <a:endParaRPr sz="4200" dirty="0">
              <a:solidFill>
                <a:schemeClr val="dk1"/>
              </a:solidFill>
              <a:latin typeface="Calibri"/>
              <a:ea typeface="Calibri"/>
              <a:cs typeface="Calibri"/>
              <a:sym typeface="Calibri"/>
            </a:endParaRPr>
          </a:p>
        </p:txBody>
      </p:sp>
      <p:cxnSp>
        <p:nvCxnSpPr>
          <p:cNvPr id="99" name="Google Shape;99;p13"/>
          <p:cNvCxnSpPr/>
          <p:nvPr/>
        </p:nvCxnSpPr>
        <p:spPr>
          <a:xfrm>
            <a:off x="0" y="3159400"/>
            <a:ext cx="38404800" cy="0"/>
          </a:xfrm>
          <a:prstGeom prst="straightConnector1">
            <a:avLst/>
          </a:prstGeom>
          <a:noFill/>
          <a:ln w="57150" cap="flat" cmpd="sng">
            <a:solidFill>
              <a:schemeClr val="dk1"/>
            </a:solidFill>
            <a:prstDash val="solid"/>
            <a:round/>
            <a:headEnd type="none" w="sm" len="sm"/>
            <a:tailEnd type="none" w="sm" len="sm"/>
          </a:ln>
        </p:spPr>
      </p:cxnSp>
      <p:sp>
        <p:nvSpPr>
          <p:cNvPr id="100" name="Google Shape;100;p13"/>
          <p:cNvSpPr txBox="1"/>
          <p:nvPr/>
        </p:nvSpPr>
        <p:spPr>
          <a:xfrm>
            <a:off x="924562" y="21766909"/>
            <a:ext cx="11201400" cy="8408292"/>
          </a:xfrm>
          <a:prstGeom prst="rect">
            <a:avLst/>
          </a:prstGeom>
          <a:noFill/>
          <a:ln>
            <a:noFill/>
          </a:ln>
        </p:spPr>
        <p:txBody>
          <a:bodyPr spcFirstLastPara="1" wrap="square" lIns="118850" tIns="59425" rIns="118850" bIns="59425" anchor="t" anchorCtr="0">
            <a:noAutofit/>
          </a:bodyPr>
          <a:lstStyle/>
          <a:p>
            <a:pPr marL="0" lvl="0" indent="0" algn="just" rtl="0">
              <a:spcBef>
                <a:spcPts val="0"/>
              </a:spcBef>
              <a:spcAft>
                <a:spcPts val="0"/>
              </a:spcAft>
              <a:buNone/>
            </a:pPr>
            <a:r>
              <a:rPr lang="en-US" sz="4200" dirty="0">
                <a:solidFill>
                  <a:schemeClr val="dk1"/>
                </a:solidFill>
                <a:latin typeface="Calibri"/>
                <a:ea typeface="Calibri"/>
                <a:cs typeface="Calibri"/>
                <a:sym typeface="Calibri"/>
              </a:rPr>
              <a:t>A table of data was created using the locations for whitewater towns from the two data sources. This table included ranking and category where available</a:t>
            </a:r>
            <a:endParaRPr sz="4200" dirty="0">
              <a:solidFill>
                <a:schemeClr val="dk1"/>
              </a:solidFill>
              <a:latin typeface="Calibri"/>
              <a:ea typeface="Calibri"/>
              <a:cs typeface="Calibri"/>
              <a:sym typeface="Calibri"/>
            </a:endParaRPr>
          </a:p>
          <a:p>
            <a:pPr marL="0" lvl="0" indent="0" algn="just" rtl="0">
              <a:spcBef>
                <a:spcPts val="0"/>
              </a:spcBef>
              <a:spcAft>
                <a:spcPts val="0"/>
              </a:spcAft>
              <a:buNone/>
            </a:pPr>
            <a:endParaRPr sz="4200" dirty="0">
              <a:solidFill>
                <a:schemeClr val="dk1"/>
              </a:solidFill>
              <a:latin typeface="Calibri"/>
              <a:ea typeface="Calibri"/>
              <a:cs typeface="Calibri"/>
              <a:sym typeface="Calibri"/>
            </a:endParaRPr>
          </a:p>
          <a:p>
            <a:pPr marL="0" lvl="0" indent="0" algn="just" rtl="0">
              <a:spcBef>
                <a:spcPts val="0"/>
              </a:spcBef>
              <a:spcAft>
                <a:spcPts val="0"/>
              </a:spcAft>
              <a:buNone/>
            </a:pPr>
            <a:r>
              <a:rPr lang="en-US" sz="4200" dirty="0">
                <a:solidFill>
                  <a:schemeClr val="dk1"/>
                </a:solidFill>
                <a:latin typeface="Calibri"/>
                <a:ea typeface="Calibri"/>
                <a:cs typeface="Calibri"/>
                <a:sym typeface="Calibri"/>
              </a:rPr>
              <a:t>A buffer analysis was performed against all brew pubs listed in Open Brewery DB within 20 miles of one of these whitewater kayaking towns.</a:t>
            </a:r>
          </a:p>
          <a:p>
            <a:pPr marL="0" lvl="0" indent="0" algn="just" rtl="0">
              <a:spcBef>
                <a:spcPts val="0"/>
              </a:spcBef>
              <a:spcAft>
                <a:spcPts val="0"/>
              </a:spcAft>
              <a:buNone/>
            </a:pPr>
            <a:endParaRPr lang="en-US" sz="4200" dirty="0">
              <a:solidFill>
                <a:schemeClr val="dk1"/>
              </a:solidFill>
              <a:latin typeface="Calibri"/>
              <a:ea typeface="Calibri"/>
              <a:cs typeface="Calibri"/>
              <a:sym typeface="Calibri"/>
            </a:endParaRPr>
          </a:p>
          <a:p>
            <a:pPr marL="0" lvl="0" indent="0" algn="just" rtl="0">
              <a:spcBef>
                <a:spcPts val="0"/>
              </a:spcBef>
              <a:spcAft>
                <a:spcPts val="0"/>
              </a:spcAft>
              <a:buNone/>
            </a:pPr>
            <a:r>
              <a:rPr lang="en-US" sz="4200" dirty="0">
                <a:solidFill>
                  <a:schemeClr val="dk1"/>
                </a:solidFill>
                <a:latin typeface="Calibri"/>
                <a:ea typeface="Calibri"/>
                <a:cs typeface="Calibri"/>
                <a:sym typeface="Calibri"/>
              </a:rPr>
              <a:t>The plot shows the 20 whitewater kayaking towns with a brew pub withing 20 miles.</a:t>
            </a:r>
            <a:endParaRPr sz="4200" dirty="0">
              <a:solidFill>
                <a:schemeClr val="dk1"/>
              </a:solidFill>
              <a:latin typeface="Calibri"/>
              <a:ea typeface="Calibri"/>
              <a:cs typeface="Calibri"/>
              <a:sym typeface="Calibri"/>
            </a:endParaRPr>
          </a:p>
        </p:txBody>
      </p:sp>
      <p:sp>
        <p:nvSpPr>
          <p:cNvPr id="101" name="Google Shape;101;p13"/>
          <p:cNvSpPr txBox="1"/>
          <p:nvPr/>
        </p:nvSpPr>
        <p:spPr>
          <a:xfrm>
            <a:off x="889001" y="20156056"/>
            <a:ext cx="11272500" cy="1351200"/>
          </a:xfrm>
          <a:prstGeom prst="rect">
            <a:avLst/>
          </a:prstGeom>
          <a:noFill/>
          <a:ln>
            <a:noFill/>
          </a:ln>
        </p:spPr>
        <p:txBody>
          <a:bodyPr spcFirstLastPara="1" wrap="square" lIns="118850" tIns="59425" rIns="118850" bIns="59425" anchor="t" anchorCtr="0">
            <a:noAutofit/>
          </a:bodyPr>
          <a:lstStyle/>
          <a:p>
            <a:pPr marL="0" marR="0" lvl="0" indent="0" algn="l" rtl="0">
              <a:spcBef>
                <a:spcPts val="0"/>
              </a:spcBef>
              <a:spcAft>
                <a:spcPts val="0"/>
              </a:spcAft>
              <a:buNone/>
            </a:pPr>
            <a:r>
              <a:rPr lang="en-US" sz="8000">
                <a:solidFill>
                  <a:schemeClr val="dk1"/>
                </a:solidFill>
                <a:latin typeface="Calibri"/>
                <a:ea typeface="Calibri"/>
                <a:cs typeface="Calibri"/>
                <a:sym typeface="Calibri"/>
              </a:rPr>
              <a:t>Methods</a:t>
            </a:r>
            <a:endParaRPr/>
          </a:p>
        </p:txBody>
      </p:sp>
      <p:pic>
        <p:nvPicPr>
          <p:cNvPr id="4" name="Picture 3" descr="A map of the united states with red dots&#10;&#10;AI-generated content may be incorrect.">
            <a:extLst>
              <a:ext uri="{FF2B5EF4-FFF2-40B4-BE49-F238E27FC236}">
                <a16:creationId xmlns:a16="http://schemas.microsoft.com/office/drawing/2014/main" id="{3A7287D5-67C1-A9D6-99FB-01965903FCA4}"/>
              </a:ext>
            </a:extLst>
          </p:cNvPr>
          <p:cNvPicPr>
            <a:picLocks noChangeAspect="1"/>
          </p:cNvPicPr>
          <p:nvPr/>
        </p:nvPicPr>
        <p:blipFill>
          <a:blip r:embed="rId8"/>
          <a:stretch>
            <a:fillRect/>
          </a:stretch>
        </p:blipFill>
        <p:spPr>
          <a:xfrm>
            <a:off x="15399490" y="3320290"/>
            <a:ext cx="17424300" cy="111514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611</TotalTime>
  <Words>430</Words>
  <Application>Microsoft Macintosh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Top 57 Whitewater Towns in the United States and Canda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Jeremy Johnson</cp:lastModifiedBy>
  <cp:revision>10</cp:revision>
  <dcterms:modified xsi:type="dcterms:W3CDTF">2025-12-13T20:09:27Z</dcterms:modified>
</cp:coreProperties>
</file>